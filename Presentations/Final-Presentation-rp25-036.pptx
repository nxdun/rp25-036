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handoutMasterIdLst>
    <p:handoutMasterId r:id="rId45"/>
  </p:handoutMasterIdLst>
  <p:sldIdLst>
    <p:sldId id="281" r:id="rId5"/>
    <p:sldId id="257" r:id="rId6"/>
    <p:sldId id="258" r:id="rId7"/>
    <p:sldId id="293" r:id="rId8"/>
    <p:sldId id="447" r:id="rId9"/>
    <p:sldId id="460" r:id="rId10"/>
    <p:sldId id="344" r:id="rId11"/>
    <p:sldId id="331" r:id="rId12"/>
    <p:sldId id="332" r:id="rId13"/>
    <p:sldId id="452" r:id="rId14"/>
    <p:sldId id="461" r:id="rId15"/>
    <p:sldId id="455" r:id="rId16"/>
    <p:sldId id="454" r:id="rId17"/>
    <p:sldId id="456" r:id="rId18"/>
    <p:sldId id="298" r:id="rId19"/>
    <p:sldId id="294" r:id="rId20"/>
    <p:sldId id="295" r:id="rId21"/>
    <p:sldId id="462" r:id="rId22"/>
    <p:sldId id="418" r:id="rId23"/>
    <p:sldId id="345" r:id="rId24"/>
    <p:sldId id="459" r:id="rId25"/>
    <p:sldId id="435" r:id="rId26"/>
    <p:sldId id="297" r:id="rId27"/>
    <p:sldId id="347" r:id="rId28"/>
    <p:sldId id="355" r:id="rId29"/>
    <p:sldId id="300" r:id="rId30"/>
    <p:sldId id="361" r:id="rId31"/>
    <p:sldId id="416" r:id="rId32"/>
    <p:sldId id="287" r:id="rId33"/>
    <p:sldId id="346" r:id="rId34"/>
    <p:sldId id="316" r:id="rId35"/>
    <p:sldId id="354" r:id="rId36"/>
    <p:sldId id="463" r:id="rId37"/>
    <p:sldId id="321" r:id="rId38"/>
    <p:sldId id="326" r:id="rId39"/>
    <p:sldId id="309" r:id="rId40"/>
    <p:sldId id="449" r:id="rId41"/>
    <p:sldId id="280" r:id="rId42"/>
    <p:sldId id="28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FA7EB9-C363-C34B-B49E-F6153F1EC51C}" v="91" dt="2025-10-28T06:14:24.898"/>
    <p1510:client id="{FF28E9C7-0619-674B-BFEC-7A2DEF95F96A}" v="312" dt="2025-10-28T07:42:10.298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99E89C-1BA4-4371-930B-E516C1F5DCFB}" type="doc">
      <dgm:prSet loTypeId="urn:microsoft.com/office/officeart/2018/5/layout/IconLeaf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8EF9A1C-AAC6-4274-A032-7E6BCDDEA28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Direct integration with LOLC Company IT support platform.</a:t>
          </a:r>
          <a:endParaRPr lang="en-US"/>
        </a:p>
      </dgm:t>
    </dgm:pt>
    <dgm:pt modelId="{7547F2EC-B6C4-4946-9D3B-026F0637446A}" type="parTrans" cxnId="{38348F0B-41B6-4131-96DB-2A346046A2DC}">
      <dgm:prSet/>
      <dgm:spPr/>
      <dgm:t>
        <a:bodyPr/>
        <a:lstStyle/>
        <a:p>
          <a:endParaRPr lang="en-US"/>
        </a:p>
      </dgm:t>
    </dgm:pt>
    <dgm:pt modelId="{50A5A4E7-D957-428D-A18C-26F294B61682}" type="sibTrans" cxnId="{38348F0B-41B6-4131-96DB-2A346046A2DC}">
      <dgm:prSet/>
      <dgm:spPr/>
      <dgm:t>
        <a:bodyPr/>
        <a:lstStyle/>
        <a:p>
          <a:endParaRPr lang="en-US"/>
        </a:p>
      </dgm:t>
    </dgm:pt>
    <dgm:pt modelId="{F7394695-CA07-441C-96DD-0F6832D061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Monthly subscription-based plans </a:t>
          </a:r>
          <a:endParaRPr lang="en-US"/>
        </a:p>
      </dgm:t>
    </dgm:pt>
    <dgm:pt modelId="{070B8C38-DCAA-4CE7-B8C9-0E3E54FB0105}" type="parTrans" cxnId="{A1009119-B986-4FDC-B733-50BCAB19126F}">
      <dgm:prSet/>
      <dgm:spPr/>
      <dgm:t>
        <a:bodyPr/>
        <a:lstStyle/>
        <a:p>
          <a:endParaRPr lang="en-US"/>
        </a:p>
      </dgm:t>
    </dgm:pt>
    <dgm:pt modelId="{88C2D2DF-6532-4FB6-BF84-3A8D4386E58E}" type="sibTrans" cxnId="{A1009119-B986-4FDC-B733-50BCAB19126F}">
      <dgm:prSet/>
      <dgm:spPr/>
      <dgm:t>
        <a:bodyPr/>
        <a:lstStyle/>
        <a:p>
          <a:endParaRPr lang="en-US"/>
        </a:p>
      </dgm:t>
    </dgm:pt>
    <dgm:pt modelId="{B0D3E34A-8109-44A2-A58A-26348AEF845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Licensing model</a:t>
          </a:r>
          <a:endParaRPr lang="en-US"/>
        </a:p>
      </dgm:t>
    </dgm:pt>
    <dgm:pt modelId="{A2F03C1E-C3DE-4A3F-8603-2CCAE0635958}" type="parTrans" cxnId="{FE3AB4BE-3BC0-46D8-A14C-74E825C9ED10}">
      <dgm:prSet/>
      <dgm:spPr/>
      <dgm:t>
        <a:bodyPr/>
        <a:lstStyle/>
        <a:p>
          <a:endParaRPr lang="en-US"/>
        </a:p>
      </dgm:t>
    </dgm:pt>
    <dgm:pt modelId="{C3096C0D-BF5E-454A-9645-F69ADAB139DF}" type="sibTrans" cxnId="{FE3AB4BE-3BC0-46D8-A14C-74E825C9ED10}">
      <dgm:prSet/>
      <dgm:spPr/>
      <dgm:t>
        <a:bodyPr/>
        <a:lstStyle/>
        <a:p>
          <a:endParaRPr lang="en-US"/>
        </a:p>
      </dgm:t>
    </dgm:pt>
    <dgm:pt modelId="{DED4D7D1-A87D-49C6-9CBD-DF7CACAC5D4E}" type="pres">
      <dgm:prSet presAssocID="{1099E89C-1BA4-4371-930B-E516C1F5DCFB}" presName="root" presStyleCnt="0">
        <dgm:presLayoutVars>
          <dgm:dir/>
          <dgm:resizeHandles val="exact"/>
        </dgm:presLayoutVars>
      </dgm:prSet>
      <dgm:spPr/>
    </dgm:pt>
    <dgm:pt modelId="{92E1C167-7362-42BF-BBFA-B33AE7F80FEB}" type="pres">
      <dgm:prSet presAssocID="{38EF9A1C-AAC6-4274-A032-7E6BCDDEA28F}" presName="compNode" presStyleCnt="0"/>
      <dgm:spPr/>
    </dgm:pt>
    <dgm:pt modelId="{17EB2D14-7CBE-4324-B0FF-2575E8ECA604}" type="pres">
      <dgm:prSet presAssocID="{38EF9A1C-AAC6-4274-A032-7E6BCDDEA28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E2CB40A-69C5-4191-B2A7-8F72EFAC3686}" type="pres">
      <dgm:prSet presAssocID="{38EF9A1C-AAC6-4274-A032-7E6BCDDEA28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20715929-89A5-4BE9-8666-616E4DCE06D0}" type="pres">
      <dgm:prSet presAssocID="{38EF9A1C-AAC6-4274-A032-7E6BCDDEA28F}" presName="spaceRect" presStyleCnt="0"/>
      <dgm:spPr/>
    </dgm:pt>
    <dgm:pt modelId="{00EEFCBC-D2C6-4C12-83C7-03120B17E7B2}" type="pres">
      <dgm:prSet presAssocID="{38EF9A1C-AAC6-4274-A032-7E6BCDDEA28F}" presName="textRect" presStyleLbl="revTx" presStyleIdx="0" presStyleCnt="3">
        <dgm:presLayoutVars>
          <dgm:chMax val="1"/>
          <dgm:chPref val="1"/>
        </dgm:presLayoutVars>
      </dgm:prSet>
      <dgm:spPr/>
    </dgm:pt>
    <dgm:pt modelId="{512D2FDA-2173-4600-B3FE-3653CFF2D1B5}" type="pres">
      <dgm:prSet presAssocID="{50A5A4E7-D957-428D-A18C-26F294B61682}" presName="sibTrans" presStyleCnt="0"/>
      <dgm:spPr/>
    </dgm:pt>
    <dgm:pt modelId="{48BE13A6-B81C-4E05-893F-3C67E291F49A}" type="pres">
      <dgm:prSet presAssocID="{F7394695-CA07-441C-96DD-0F6832D061F7}" presName="compNode" presStyleCnt="0"/>
      <dgm:spPr/>
    </dgm:pt>
    <dgm:pt modelId="{D4AC9B25-199B-466E-85B3-B24B9C03CCD6}" type="pres">
      <dgm:prSet presAssocID="{F7394695-CA07-441C-96DD-0F6832D061F7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CE19FB7-8ECC-43BD-9292-426BDE9EA264}" type="pres">
      <dgm:prSet presAssocID="{F7394695-CA07-441C-96DD-0F6832D061F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3ED5C135-7BF5-40D3-AE8A-F3A68278CBD3}" type="pres">
      <dgm:prSet presAssocID="{F7394695-CA07-441C-96DD-0F6832D061F7}" presName="spaceRect" presStyleCnt="0"/>
      <dgm:spPr/>
    </dgm:pt>
    <dgm:pt modelId="{2EF9E585-F617-49FF-93D7-7257AE0B8AB8}" type="pres">
      <dgm:prSet presAssocID="{F7394695-CA07-441C-96DD-0F6832D061F7}" presName="textRect" presStyleLbl="revTx" presStyleIdx="1" presStyleCnt="3">
        <dgm:presLayoutVars>
          <dgm:chMax val="1"/>
          <dgm:chPref val="1"/>
        </dgm:presLayoutVars>
      </dgm:prSet>
      <dgm:spPr/>
    </dgm:pt>
    <dgm:pt modelId="{1997396F-3107-4CA7-9D1F-EBB88A55A478}" type="pres">
      <dgm:prSet presAssocID="{88C2D2DF-6532-4FB6-BF84-3A8D4386E58E}" presName="sibTrans" presStyleCnt="0"/>
      <dgm:spPr/>
    </dgm:pt>
    <dgm:pt modelId="{526283DE-7DED-495F-B433-E45E2AFE2D66}" type="pres">
      <dgm:prSet presAssocID="{B0D3E34A-8109-44A2-A58A-26348AEF8456}" presName="compNode" presStyleCnt="0"/>
      <dgm:spPr/>
    </dgm:pt>
    <dgm:pt modelId="{80C27F0B-D90D-4732-AE7D-2C6935A03638}" type="pres">
      <dgm:prSet presAssocID="{B0D3E34A-8109-44A2-A58A-26348AEF845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EFC4A7D-F597-4AA8-A8C8-8EAA4D095226}" type="pres">
      <dgm:prSet presAssocID="{B0D3E34A-8109-44A2-A58A-26348AEF845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609880F-F2B6-4333-9B59-21F03A921B1D}" type="pres">
      <dgm:prSet presAssocID="{B0D3E34A-8109-44A2-A58A-26348AEF8456}" presName="spaceRect" presStyleCnt="0"/>
      <dgm:spPr/>
    </dgm:pt>
    <dgm:pt modelId="{E6724A81-ADE1-4FEC-B6BD-49C128DE5D0F}" type="pres">
      <dgm:prSet presAssocID="{B0D3E34A-8109-44A2-A58A-26348AEF845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8348F0B-41B6-4131-96DB-2A346046A2DC}" srcId="{1099E89C-1BA4-4371-930B-E516C1F5DCFB}" destId="{38EF9A1C-AAC6-4274-A032-7E6BCDDEA28F}" srcOrd="0" destOrd="0" parTransId="{7547F2EC-B6C4-4946-9D3B-026F0637446A}" sibTransId="{50A5A4E7-D957-428D-A18C-26F294B61682}"/>
    <dgm:cxn modelId="{A1009119-B986-4FDC-B733-50BCAB19126F}" srcId="{1099E89C-1BA4-4371-930B-E516C1F5DCFB}" destId="{F7394695-CA07-441C-96DD-0F6832D061F7}" srcOrd="1" destOrd="0" parTransId="{070B8C38-DCAA-4CE7-B8C9-0E3E54FB0105}" sibTransId="{88C2D2DF-6532-4FB6-BF84-3A8D4386E58E}"/>
    <dgm:cxn modelId="{D375661A-7DC8-407B-AA73-0024177F51C1}" type="presOf" srcId="{1099E89C-1BA4-4371-930B-E516C1F5DCFB}" destId="{DED4D7D1-A87D-49C6-9CBD-DF7CACAC5D4E}" srcOrd="0" destOrd="0" presId="urn:microsoft.com/office/officeart/2018/5/layout/IconLeafLabelList"/>
    <dgm:cxn modelId="{93B88225-68D6-42ED-BD81-525DE10FADFF}" type="presOf" srcId="{F7394695-CA07-441C-96DD-0F6832D061F7}" destId="{2EF9E585-F617-49FF-93D7-7257AE0B8AB8}" srcOrd="0" destOrd="0" presId="urn:microsoft.com/office/officeart/2018/5/layout/IconLeafLabelList"/>
    <dgm:cxn modelId="{7719A288-66B1-4DDD-88FE-5C8BD31B7A84}" type="presOf" srcId="{38EF9A1C-AAC6-4274-A032-7E6BCDDEA28F}" destId="{00EEFCBC-D2C6-4C12-83C7-03120B17E7B2}" srcOrd="0" destOrd="0" presId="urn:microsoft.com/office/officeart/2018/5/layout/IconLeafLabelList"/>
    <dgm:cxn modelId="{7244DDAF-9F10-46FA-85F9-96B4F51F2ABB}" type="presOf" srcId="{B0D3E34A-8109-44A2-A58A-26348AEF8456}" destId="{E6724A81-ADE1-4FEC-B6BD-49C128DE5D0F}" srcOrd="0" destOrd="0" presId="urn:microsoft.com/office/officeart/2018/5/layout/IconLeafLabelList"/>
    <dgm:cxn modelId="{FE3AB4BE-3BC0-46D8-A14C-74E825C9ED10}" srcId="{1099E89C-1BA4-4371-930B-E516C1F5DCFB}" destId="{B0D3E34A-8109-44A2-A58A-26348AEF8456}" srcOrd="2" destOrd="0" parTransId="{A2F03C1E-C3DE-4A3F-8603-2CCAE0635958}" sibTransId="{C3096C0D-BF5E-454A-9645-F69ADAB139DF}"/>
    <dgm:cxn modelId="{E5213E26-79CF-437E-8B37-B7CE2DB720B8}" type="presParOf" srcId="{DED4D7D1-A87D-49C6-9CBD-DF7CACAC5D4E}" destId="{92E1C167-7362-42BF-BBFA-B33AE7F80FEB}" srcOrd="0" destOrd="0" presId="urn:microsoft.com/office/officeart/2018/5/layout/IconLeafLabelList"/>
    <dgm:cxn modelId="{5FA4C079-3052-4ED2-9C1D-2ECE0A78F675}" type="presParOf" srcId="{92E1C167-7362-42BF-BBFA-B33AE7F80FEB}" destId="{17EB2D14-7CBE-4324-B0FF-2575E8ECA604}" srcOrd="0" destOrd="0" presId="urn:microsoft.com/office/officeart/2018/5/layout/IconLeafLabelList"/>
    <dgm:cxn modelId="{54A8A78C-D1B8-4EE7-B952-7BEBD57DD665}" type="presParOf" srcId="{92E1C167-7362-42BF-BBFA-B33AE7F80FEB}" destId="{CE2CB40A-69C5-4191-B2A7-8F72EFAC3686}" srcOrd="1" destOrd="0" presId="urn:microsoft.com/office/officeart/2018/5/layout/IconLeafLabelList"/>
    <dgm:cxn modelId="{86D38246-F9D4-43BF-AED4-3B8E7ADDDC06}" type="presParOf" srcId="{92E1C167-7362-42BF-BBFA-B33AE7F80FEB}" destId="{20715929-89A5-4BE9-8666-616E4DCE06D0}" srcOrd="2" destOrd="0" presId="urn:microsoft.com/office/officeart/2018/5/layout/IconLeafLabelList"/>
    <dgm:cxn modelId="{9C0890C1-D486-4898-A97A-98E2CD761958}" type="presParOf" srcId="{92E1C167-7362-42BF-BBFA-B33AE7F80FEB}" destId="{00EEFCBC-D2C6-4C12-83C7-03120B17E7B2}" srcOrd="3" destOrd="0" presId="urn:microsoft.com/office/officeart/2018/5/layout/IconLeafLabelList"/>
    <dgm:cxn modelId="{C50DFA06-A35A-4039-847E-5BE0EA57B9B0}" type="presParOf" srcId="{DED4D7D1-A87D-49C6-9CBD-DF7CACAC5D4E}" destId="{512D2FDA-2173-4600-B3FE-3653CFF2D1B5}" srcOrd="1" destOrd="0" presId="urn:microsoft.com/office/officeart/2018/5/layout/IconLeafLabelList"/>
    <dgm:cxn modelId="{B6708656-2F80-4C93-9636-FF372D3AF665}" type="presParOf" srcId="{DED4D7D1-A87D-49C6-9CBD-DF7CACAC5D4E}" destId="{48BE13A6-B81C-4E05-893F-3C67E291F49A}" srcOrd="2" destOrd="0" presId="urn:microsoft.com/office/officeart/2018/5/layout/IconLeafLabelList"/>
    <dgm:cxn modelId="{1E81F438-17CD-450C-8D83-80632542053B}" type="presParOf" srcId="{48BE13A6-B81C-4E05-893F-3C67E291F49A}" destId="{D4AC9B25-199B-466E-85B3-B24B9C03CCD6}" srcOrd="0" destOrd="0" presId="urn:microsoft.com/office/officeart/2018/5/layout/IconLeafLabelList"/>
    <dgm:cxn modelId="{07B66B59-2D57-4AEF-B9BE-93D261D9C5DB}" type="presParOf" srcId="{48BE13A6-B81C-4E05-893F-3C67E291F49A}" destId="{DCE19FB7-8ECC-43BD-9292-426BDE9EA264}" srcOrd="1" destOrd="0" presId="urn:microsoft.com/office/officeart/2018/5/layout/IconLeafLabelList"/>
    <dgm:cxn modelId="{BBECE37B-A424-4DF3-8FF1-68EE2F942FB2}" type="presParOf" srcId="{48BE13A6-B81C-4E05-893F-3C67E291F49A}" destId="{3ED5C135-7BF5-40D3-AE8A-F3A68278CBD3}" srcOrd="2" destOrd="0" presId="urn:microsoft.com/office/officeart/2018/5/layout/IconLeafLabelList"/>
    <dgm:cxn modelId="{701A85A8-86C0-447A-A470-9A219AAB264A}" type="presParOf" srcId="{48BE13A6-B81C-4E05-893F-3C67E291F49A}" destId="{2EF9E585-F617-49FF-93D7-7257AE0B8AB8}" srcOrd="3" destOrd="0" presId="urn:microsoft.com/office/officeart/2018/5/layout/IconLeafLabelList"/>
    <dgm:cxn modelId="{9090B607-A5E0-4DAA-BB9A-2E3C2DEED9A7}" type="presParOf" srcId="{DED4D7D1-A87D-49C6-9CBD-DF7CACAC5D4E}" destId="{1997396F-3107-4CA7-9D1F-EBB88A55A478}" srcOrd="3" destOrd="0" presId="urn:microsoft.com/office/officeart/2018/5/layout/IconLeafLabelList"/>
    <dgm:cxn modelId="{A4E8274D-7028-4525-A177-6EE4ABDAEF5A}" type="presParOf" srcId="{DED4D7D1-A87D-49C6-9CBD-DF7CACAC5D4E}" destId="{526283DE-7DED-495F-B433-E45E2AFE2D66}" srcOrd="4" destOrd="0" presId="urn:microsoft.com/office/officeart/2018/5/layout/IconLeafLabelList"/>
    <dgm:cxn modelId="{322AE54C-3C10-4AC4-B734-3F01ECCF0DA9}" type="presParOf" srcId="{526283DE-7DED-495F-B433-E45E2AFE2D66}" destId="{80C27F0B-D90D-4732-AE7D-2C6935A03638}" srcOrd="0" destOrd="0" presId="urn:microsoft.com/office/officeart/2018/5/layout/IconLeafLabelList"/>
    <dgm:cxn modelId="{21129F33-FB0F-44D8-A039-FC434B3FEF19}" type="presParOf" srcId="{526283DE-7DED-495F-B433-E45E2AFE2D66}" destId="{2EFC4A7D-F597-4AA8-A8C8-8EAA4D095226}" srcOrd="1" destOrd="0" presId="urn:microsoft.com/office/officeart/2018/5/layout/IconLeafLabelList"/>
    <dgm:cxn modelId="{C185DD22-D5E8-4BC8-90E5-FAC7E7F4B144}" type="presParOf" srcId="{526283DE-7DED-495F-B433-E45E2AFE2D66}" destId="{B609880F-F2B6-4333-9B59-21F03A921B1D}" srcOrd="2" destOrd="0" presId="urn:microsoft.com/office/officeart/2018/5/layout/IconLeafLabelList"/>
    <dgm:cxn modelId="{419A56B1-060B-4EDE-99DC-DE296E7355BF}" type="presParOf" srcId="{526283DE-7DED-495F-B433-E45E2AFE2D66}" destId="{E6724A81-ADE1-4FEC-B6BD-49C128DE5D0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4A3A70-275F-4B4E-A62B-72BE87F79B1A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4E51327-4DC3-411A-A3AA-6DCE1B677C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knowledge base</a:t>
          </a:r>
        </a:p>
      </dgm:t>
    </dgm:pt>
    <dgm:pt modelId="{7F8B79BC-7625-4B7F-A46C-104799D99F7B}" type="parTrans" cxnId="{F833D257-372A-4BFF-A1F4-EF19FCC8E570}">
      <dgm:prSet/>
      <dgm:spPr/>
      <dgm:t>
        <a:bodyPr/>
        <a:lstStyle/>
        <a:p>
          <a:endParaRPr lang="en-US"/>
        </a:p>
      </dgm:t>
    </dgm:pt>
    <dgm:pt modelId="{8005B39E-165D-471A-B03B-8A6F44BB80AF}" type="sibTrans" cxnId="{F833D257-372A-4BFF-A1F4-EF19FCC8E570}">
      <dgm:prSet/>
      <dgm:spPr/>
      <dgm:t>
        <a:bodyPr/>
        <a:lstStyle/>
        <a:p>
          <a:endParaRPr lang="en-US"/>
        </a:p>
      </dgm:t>
    </dgm:pt>
    <dgm:pt modelId="{F16B6569-3C0D-4EC4-8FF1-216A0B661C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Dynamic Rag system</a:t>
          </a:r>
        </a:p>
      </dgm:t>
    </dgm:pt>
    <dgm:pt modelId="{4812A2B7-AFED-4658-9AD2-819932D8C87B}" type="parTrans" cxnId="{A3A7DD79-F657-4522-9ED0-10A4CEC5DA09}">
      <dgm:prSet/>
      <dgm:spPr/>
      <dgm:t>
        <a:bodyPr/>
        <a:lstStyle/>
        <a:p>
          <a:endParaRPr lang="en-US"/>
        </a:p>
      </dgm:t>
    </dgm:pt>
    <dgm:pt modelId="{2F9BACD0-D260-41DB-ADB3-90B31031EAB6}" type="sibTrans" cxnId="{A3A7DD79-F657-4522-9ED0-10A4CEC5DA09}">
      <dgm:prSet/>
      <dgm:spPr/>
      <dgm:t>
        <a:bodyPr/>
        <a:lstStyle/>
        <a:p>
          <a:endParaRPr lang="en-US"/>
        </a:p>
      </dgm:t>
    </dgm:pt>
    <dgm:pt modelId="{9000BA42-1F3B-4CA0-BEB0-FD8EC4833EC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</a:t>
          </a:r>
          <a:r>
            <a:rPr lang="en-US"/>
            <a:t>hat is episodic memory how does it help ?</a:t>
          </a:r>
        </a:p>
      </dgm:t>
    </dgm:pt>
    <dgm:pt modelId="{E278A149-8661-4CD6-90A3-393BFB4BF942}" type="parTrans" cxnId="{E2C8C1F6-5C45-451B-A27C-B33BE2014DD5}">
      <dgm:prSet/>
      <dgm:spPr/>
      <dgm:t>
        <a:bodyPr/>
        <a:lstStyle/>
        <a:p>
          <a:endParaRPr lang="en-US"/>
        </a:p>
      </dgm:t>
    </dgm:pt>
    <dgm:pt modelId="{27B72142-A48E-4387-BCF0-F55D2234F272}" type="sibTrans" cxnId="{E2C8C1F6-5C45-451B-A27C-B33BE2014DD5}">
      <dgm:prSet/>
      <dgm:spPr/>
      <dgm:t>
        <a:bodyPr/>
        <a:lstStyle/>
        <a:p>
          <a:endParaRPr lang="en-US"/>
        </a:p>
      </dgm:t>
    </dgm:pt>
    <dgm:pt modelId="{C4E2545E-C37A-435B-8B40-B886F3D13010}" type="pres">
      <dgm:prSet presAssocID="{DF4A3A70-275F-4B4E-A62B-72BE87F79B1A}" presName="root" presStyleCnt="0">
        <dgm:presLayoutVars>
          <dgm:dir/>
          <dgm:resizeHandles val="exact"/>
        </dgm:presLayoutVars>
      </dgm:prSet>
      <dgm:spPr/>
    </dgm:pt>
    <dgm:pt modelId="{7611D648-35C3-4366-AD48-C3AC557C6750}" type="pres">
      <dgm:prSet presAssocID="{A4E51327-4DC3-411A-A3AA-6DCE1B677CC5}" presName="compNode" presStyleCnt="0"/>
      <dgm:spPr/>
    </dgm:pt>
    <dgm:pt modelId="{3D81E549-97AB-402C-BE9D-4EC5C14240DD}" type="pres">
      <dgm:prSet presAssocID="{A4E51327-4DC3-411A-A3AA-6DCE1B677CC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0F77F13B-8E40-4258-BBF0-4AB26F048A56}" type="pres">
      <dgm:prSet presAssocID="{A4E51327-4DC3-411A-A3AA-6DCE1B677CC5}" presName="spaceRect" presStyleCnt="0"/>
      <dgm:spPr/>
    </dgm:pt>
    <dgm:pt modelId="{6F5B8767-3B9A-4CC8-9B35-EE857E708F9C}" type="pres">
      <dgm:prSet presAssocID="{A4E51327-4DC3-411A-A3AA-6DCE1B677CC5}" presName="textRect" presStyleLbl="revTx" presStyleIdx="0" presStyleCnt="3">
        <dgm:presLayoutVars>
          <dgm:chMax val="1"/>
          <dgm:chPref val="1"/>
        </dgm:presLayoutVars>
      </dgm:prSet>
      <dgm:spPr/>
    </dgm:pt>
    <dgm:pt modelId="{5D35EF46-4DB3-4F6D-AA2C-E9257FF39083}" type="pres">
      <dgm:prSet presAssocID="{8005B39E-165D-471A-B03B-8A6F44BB80AF}" presName="sibTrans" presStyleCnt="0"/>
      <dgm:spPr/>
    </dgm:pt>
    <dgm:pt modelId="{3D03059B-BD04-40AF-8282-0D1D291BD5B2}" type="pres">
      <dgm:prSet presAssocID="{F16B6569-3C0D-4EC4-8FF1-216A0B661C61}" presName="compNode" presStyleCnt="0"/>
      <dgm:spPr/>
    </dgm:pt>
    <dgm:pt modelId="{ADDDF272-A6FA-4092-87B3-5D20C8D1C43A}" type="pres">
      <dgm:prSet presAssocID="{F16B6569-3C0D-4EC4-8FF1-216A0B661C6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3CEB957-4A4E-4460-BD9F-E7F2B024BCB7}" type="pres">
      <dgm:prSet presAssocID="{F16B6569-3C0D-4EC4-8FF1-216A0B661C61}" presName="spaceRect" presStyleCnt="0"/>
      <dgm:spPr/>
    </dgm:pt>
    <dgm:pt modelId="{02D0C6BD-A19A-42A0-92BC-E341667924FC}" type="pres">
      <dgm:prSet presAssocID="{F16B6569-3C0D-4EC4-8FF1-216A0B661C61}" presName="textRect" presStyleLbl="revTx" presStyleIdx="1" presStyleCnt="3">
        <dgm:presLayoutVars>
          <dgm:chMax val="1"/>
          <dgm:chPref val="1"/>
        </dgm:presLayoutVars>
      </dgm:prSet>
      <dgm:spPr/>
    </dgm:pt>
    <dgm:pt modelId="{D64C3619-2523-4A97-B2C2-EA53318CCC17}" type="pres">
      <dgm:prSet presAssocID="{2F9BACD0-D260-41DB-ADB3-90B31031EAB6}" presName="sibTrans" presStyleCnt="0"/>
      <dgm:spPr/>
    </dgm:pt>
    <dgm:pt modelId="{E96D779F-104E-4019-9F4E-E5621937D01C}" type="pres">
      <dgm:prSet presAssocID="{9000BA42-1F3B-4CA0-BEB0-FD8EC4833EC4}" presName="compNode" presStyleCnt="0"/>
      <dgm:spPr/>
    </dgm:pt>
    <dgm:pt modelId="{DD5483C3-137E-439E-BC0A-1E4867141755}" type="pres">
      <dgm:prSet presAssocID="{9000BA42-1F3B-4CA0-BEB0-FD8EC4833EC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876218A9-C159-4243-B035-32D4D8F6BA78}" type="pres">
      <dgm:prSet presAssocID="{9000BA42-1F3B-4CA0-BEB0-FD8EC4833EC4}" presName="spaceRect" presStyleCnt="0"/>
      <dgm:spPr/>
    </dgm:pt>
    <dgm:pt modelId="{3B345078-77A4-427A-A210-E8B21F6C8B39}" type="pres">
      <dgm:prSet presAssocID="{9000BA42-1F3B-4CA0-BEB0-FD8EC4833EC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833D257-372A-4BFF-A1F4-EF19FCC8E570}" srcId="{DF4A3A70-275F-4B4E-A62B-72BE87F79B1A}" destId="{A4E51327-4DC3-411A-A3AA-6DCE1B677CC5}" srcOrd="0" destOrd="0" parTransId="{7F8B79BC-7625-4B7F-A46C-104799D99F7B}" sibTransId="{8005B39E-165D-471A-B03B-8A6F44BB80AF}"/>
    <dgm:cxn modelId="{A3A7DD79-F657-4522-9ED0-10A4CEC5DA09}" srcId="{DF4A3A70-275F-4B4E-A62B-72BE87F79B1A}" destId="{F16B6569-3C0D-4EC4-8FF1-216A0B661C61}" srcOrd="1" destOrd="0" parTransId="{4812A2B7-AFED-4658-9AD2-819932D8C87B}" sibTransId="{2F9BACD0-D260-41DB-ADB3-90B31031EAB6}"/>
    <dgm:cxn modelId="{84E43F8F-44B1-4797-8DA2-23D45F8545FF}" type="presOf" srcId="{9000BA42-1F3B-4CA0-BEB0-FD8EC4833EC4}" destId="{3B345078-77A4-427A-A210-E8B21F6C8B39}" srcOrd="0" destOrd="0" presId="urn:microsoft.com/office/officeart/2018/2/layout/IconLabelList"/>
    <dgm:cxn modelId="{8867EDD4-1040-4A17-98DC-153518452D21}" type="presOf" srcId="{F16B6569-3C0D-4EC4-8FF1-216A0B661C61}" destId="{02D0C6BD-A19A-42A0-92BC-E341667924FC}" srcOrd="0" destOrd="0" presId="urn:microsoft.com/office/officeart/2018/2/layout/IconLabelList"/>
    <dgm:cxn modelId="{FF789AE3-5516-4065-A60B-7B4B3A81D41E}" type="presOf" srcId="{DF4A3A70-275F-4B4E-A62B-72BE87F79B1A}" destId="{C4E2545E-C37A-435B-8B40-B886F3D13010}" srcOrd="0" destOrd="0" presId="urn:microsoft.com/office/officeart/2018/2/layout/IconLabelList"/>
    <dgm:cxn modelId="{88788AEE-9F9E-47A0-837D-EB0E129555B5}" type="presOf" srcId="{A4E51327-4DC3-411A-A3AA-6DCE1B677CC5}" destId="{6F5B8767-3B9A-4CC8-9B35-EE857E708F9C}" srcOrd="0" destOrd="0" presId="urn:microsoft.com/office/officeart/2018/2/layout/IconLabelList"/>
    <dgm:cxn modelId="{E2C8C1F6-5C45-451B-A27C-B33BE2014DD5}" srcId="{DF4A3A70-275F-4B4E-A62B-72BE87F79B1A}" destId="{9000BA42-1F3B-4CA0-BEB0-FD8EC4833EC4}" srcOrd="2" destOrd="0" parTransId="{E278A149-8661-4CD6-90A3-393BFB4BF942}" sibTransId="{27B72142-A48E-4387-BCF0-F55D2234F272}"/>
    <dgm:cxn modelId="{21ADEC6D-B084-4031-8EC2-5764604326D3}" type="presParOf" srcId="{C4E2545E-C37A-435B-8B40-B886F3D13010}" destId="{7611D648-35C3-4366-AD48-C3AC557C6750}" srcOrd="0" destOrd="0" presId="urn:microsoft.com/office/officeart/2018/2/layout/IconLabelList"/>
    <dgm:cxn modelId="{00CDA8A2-252C-4F2E-A61C-8F4E8258858C}" type="presParOf" srcId="{7611D648-35C3-4366-AD48-C3AC557C6750}" destId="{3D81E549-97AB-402C-BE9D-4EC5C14240DD}" srcOrd="0" destOrd="0" presId="urn:microsoft.com/office/officeart/2018/2/layout/IconLabelList"/>
    <dgm:cxn modelId="{E69EF818-CE43-4ED6-B0DC-9FE12A095202}" type="presParOf" srcId="{7611D648-35C3-4366-AD48-C3AC557C6750}" destId="{0F77F13B-8E40-4258-BBF0-4AB26F048A56}" srcOrd="1" destOrd="0" presId="urn:microsoft.com/office/officeart/2018/2/layout/IconLabelList"/>
    <dgm:cxn modelId="{48713EC1-F44A-445D-BCAC-842AF1718E78}" type="presParOf" srcId="{7611D648-35C3-4366-AD48-C3AC557C6750}" destId="{6F5B8767-3B9A-4CC8-9B35-EE857E708F9C}" srcOrd="2" destOrd="0" presId="urn:microsoft.com/office/officeart/2018/2/layout/IconLabelList"/>
    <dgm:cxn modelId="{325FD38D-9C09-463C-A75C-BDED6274C25B}" type="presParOf" srcId="{C4E2545E-C37A-435B-8B40-B886F3D13010}" destId="{5D35EF46-4DB3-4F6D-AA2C-E9257FF39083}" srcOrd="1" destOrd="0" presId="urn:microsoft.com/office/officeart/2018/2/layout/IconLabelList"/>
    <dgm:cxn modelId="{B5EA3588-3BCC-477D-AFC5-213BE20A6AD8}" type="presParOf" srcId="{C4E2545E-C37A-435B-8B40-B886F3D13010}" destId="{3D03059B-BD04-40AF-8282-0D1D291BD5B2}" srcOrd="2" destOrd="0" presId="urn:microsoft.com/office/officeart/2018/2/layout/IconLabelList"/>
    <dgm:cxn modelId="{84630B2D-98F3-4FB3-A2BF-8564E8B49E89}" type="presParOf" srcId="{3D03059B-BD04-40AF-8282-0D1D291BD5B2}" destId="{ADDDF272-A6FA-4092-87B3-5D20C8D1C43A}" srcOrd="0" destOrd="0" presId="urn:microsoft.com/office/officeart/2018/2/layout/IconLabelList"/>
    <dgm:cxn modelId="{7C8A8606-C337-4950-9052-2532004B2C33}" type="presParOf" srcId="{3D03059B-BD04-40AF-8282-0D1D291BD5B2}" destId="{03CEB957-4A4E-4460-BD9F-E7F2B024BCB7}" srcOrd="1" destOrd="0" presId="urn:microsoft.com/office/officeart/2018/2/layout/IconLabelList"/>
    <dgm:cxn modelId="{2A760379-1AAE-4DE7-88DC-2E89B769406F}" type="presParOf" srcId="{3D03059B-BD04-40AF-8282-0D1D291BD5B2}" destId="{02D0C6BD-A19A-42A0-92BC-E341667924FC}" srcOrd="2" destOrd="0" presId="urn:microsoft.com/office/officeart/2018/2/layout/IconLabelList"/>
    <dgm:cxn modelId="{2CEB726D-E64C-4D75-9340-D00BDD267D12}" type="presParOf" srcId="{C4E2545E-C37A-435B-8B40-B886F3D13010}" destId="{D64C3619-2523-4A97-B2C2-EA53318CCC17}" srcOrd="3" destOrd="0" presId="urn:microsoft.com/office/officeart/2018/2/layout/IconLabelList"/>
    <dgm:cxn modelId="{61325D39-A288-4329-8D02-1496942F357E}" type="presParOf" srcId="{C4E2545E-C37A-435B-8B40-B886F3D13010}" destId="{E96D779F-104E-4019-9F4E-E5621937D01C}" srcOrd="4" destOrd="0" presId="urn:microsoft.com/office/officeart/2018/2/layout/IconLabelList"/>
    <dgm:cxn modelId="{7CBB6C31-44AD-41FE-A418-DAD35434559B}" type="presParOf" srcId="{E96D779F-104E-4019-9F4E-E5621937D01C}" destId="{DD5483C3-137E-439E-BC0A-1E4867141755}" srcOrd="0" destOrd="0" presId="urn:microsoft.com/office/officeart/2018/2/layout/IconLabelList"/>
    <dgm:cxn modelId="{76D3E8F6-617F-4721-8EAD-6261FC3D04AF}" type="presParOf" srcId="{E96D779F-104E-4019-9F4E-E5621937D01C}" destId="{876218A9-C159-4243-B035-32D4D8F6BA78}" srcOrd="1" destOrd="0" presId="urn:microsoft.com/office/officeart/2018/2/layout/IconLabelList"/>
    <dgm:cxn modelId="{F9969DB5-9B92-4745-A9A9-FCA9C8C83B7C}" type="presParOf" srcId="{E96D779F-104E-4019-9F4E-E5621937D01C}" destId="{3B345078-77A4-427A-A210-E8B21F6C8B3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CA9795-2912-4480-9BEF-E1BD50337E52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7E0819-3CC7-4E58-B318-9ABCABC7251B}">
      <dgm:prSet/>
      <dgm:spPr/>
      <dgm:t>
        <a:bodyPr/>
        <a:lstStyle/>
        <a:p>
          <a:r>
            <a:rPr lang="en-US"/>
            <a:t>Dynamic Knowledge base for it support.  </a:t>
          </a:r>
        </a:p>
      </dgm:t>
    </dgm:pt>
    <dgm:pt modelId="{5012FF70-A2A3-4E17-9DFA-78A6717797FD}" type="parTrans" cxnId="{ABBA2F6E-C1D3-4A0B-855E-5B6226489E6D}">
      <dgm:prSet/>
      <dgm:spPr/>
      <dgm:t>
        <a:bodyPr/>
        <a:lstStyle/>
        <a:p>
          <a:endParaRPr lang="en-US"/>
        </a:p>
      </dgm:t>
    </dgm:pt>
    <dgm:pt modelId="{1D6706EB-4962-4EE2-B0D3-6C1C6E0CDA35}" type="sibTrans" cxnId="{ABBA2F6E-C1D3-4A0B-855E-5B6226489E6D}">
      <dgm:prSet/>
      <dgm:spPr/>
      <dgm:t>
        <a:bodyPr/>
        <a:lstStyle/>
        <a:p>
          <a:endParaRPr lang="en-US"/>
        </a:p>
      </dgm:t>
    </dgm:pt>
    <dgm:pt modelId="{F0845725-B385-4024-ACF9-16DC52C9535D}">
      <dgm:prSet/>
      <dgm:spPr/>
      <dgm:t>
        <a:bodyPr/>
        <a:lstStyle/>
        <a:p>
          <a:r>
            <a:rPr lang="en-GB"/>
            <a:t>Personalise answer generation using Users history and Open Ai API.</a:t>
          </a:r>
          <a:endParaRPr lang="en-US"/>
        </a:p>
      </dgm:t>
    </dgm:pt>
    <dgm:pt modelId="{386CDC15-2C23-44ED-BBF2-1397894B6236}" type="parTrans" cxnId="{1077B296-68AE-499A-B029-37636673D3E8}">
      <dgm:prSet/>
      <dgm:spPr/>
      <dgm:t>
        <a:bodyPr/>
        <a:lstStyle/>
        <a:p>
          <a:endParaRPr lang="en-US"/>
        </a:p>
      </dgm:t>
    </dgm:pt>
    <dgm:pt modelId="{D5C3CD81-997F-441A-AC7F-B00B1AC5AB3A}" type="sibTrans" cxnId="{1077B296-68AE-499A-B029-37636673D3E8}">
      <dgm:prSet/>
      <dgm:spPr/>
      <dgm:t>
        <a:bodyPr/>
        <a:lstStyle/>
        <a:p>
          <a:endParaRPr lang="en-US"/>
        </a:p>
      </dgm:t>
    </dgm:pt>
    <dgm:pt modelId="{68D821A3-BEFC-4161-A3C8-32332D12D470}">
      <dgm:prSet/>
      <dgm:spPr/>
      <dgm:t>
        <a:bodyPr/>
        <a:lstStyle/>
        <a:p>
          <a:r>
            <a:rPr lang="en-GB"/>
            <a:t>Dynamic document content category identification using sentence-transformers model </a:t>
          </a:r>
          <a:endParaRPr lang="en-US"/>
        </a:p>
      </dgm:t>
    </dgm:pt>
    <dgm:pt modelId="{65C98FC0-1D4D-42FE-A791-3F9019808C0A}" type="parTrans" cxnId="{C9706A2E-43D0-4711-99F8-AEDC3C5CC6F6}">
      <dgm:prSet/>
      <dgm:spPr/>
      <dgm:t>
        <a:bodyPr/>
        <a:lstStyle/>
        <a:p>
          <a:endParaRPr lang="en-US"/>
        </a:p>
      </dgm:t>
    </dgm:pt>
    <dgm:pt modelId="{1460AC40-8BB3-434D-837D-FC017F7ABFE7}" type="sibTrans" cxnId="{C9706A2E-43D0-4711-99F8-AEDC3C5CC6F6}">
      <dgm:prSet/>
      <dgm:spPr/>
      <dgm:t>
        <a:bodyPr/>
        <a:lstStyle/>
        <a:p>
          <a:endParaRPr lang="en-US"/>
        </a:p>
      </dgm:t>
    </dgm:pt>
    <dgm:pt modelId="{564D1D11-6088-4F68-87F1-DB15A9CA4240}">
      <dgm:prSet/>
      <dgm:spPr/>
      <dgm:t>
        <a:bodyPr/>
        <a:lstStyle/>
        <a:p>
          <a:r>
            <a:rPr lang="en-GB"/>
            <a:t>Cache based answer retrieval to generate faster response</a:t>
          </a:r>
          <a:endParaRPr lang="en-US"/>
        </a:p>
      </dgm:t>
    </dgm:pt>
    <dgm:pt modelId="{D967C034-F480-4FAD-87A4-1C6285888DE3}" type="parTrans" cxnId="{93D76E07-CC63-415D-9DC5-9E5A74BBB574}">
      <dgm:prSet/>
      <dgm:spPr/>
      <dgm:t>
        <a:bodyPr/>
        <a:lstStyle/>
        <a:p>
          <a:endParaRPr lang="en-US"/>
        </a:p>
      </dgm:t>
    </dgm:pt>
    <dgm:pt modelId="{DD21B74F-9576-4025-BF3D-0DE8EFC9145B}" type="sibTrans" cxnId="{93D76E07-CC63-415D-9DC5-9E5A74BBB574}">
      <dgm:prSet/>
      <dgm:spPr/>
      <dgm:t>
        <a:bodyPr/>
        <a:lstStyle/>
        <a:p>
          <a:endParaRPr lang="en-US"/>
        </a:p>
      </dgm:t>
    </dgm:pt>
    <dgm:pt modelId="{CAC3BCCF-735F-4FCF-B518-EC47EFDB069D}">
      <dgm:prSet/>
      <dgm:spPr/>
      <dgm:t>
        <a:bodyPr/>
        <a:lstStyle/>
        <a:p>
          <a:r>
            <a:rPr lang="en-GB"/>
            <a:t>User feedback-based pipeline for knowledgebase update</a:t>
          </a:r>
          <a:endParaRPr lang="en-US"/>
        </a:p>
      </dgm:t>
    </dgm:pt>
    <dgm:pt modelId="{6B5F93E1-412C-49F4-9868-90D3B683B502}" type="parTrans" cxnId="{681DADE1-D578-4A93-B50A-5F34D37DD1E7}">
      <dgm:prSet/>
      <dgm:spPr/>
      <dgm:t>
        <a:bodyPr/>
        <a:lstStyle/>
        <a:p>
          <a:endParaRPr lang="en-US"/>
        </a:p>
      </dgm:t>
    </dgm:pt>
    <dgm:pt modelId="{F82FE8D9-F643-48B3-B27B-A5A33113AB72}" type="sibTrans" cxnId="{681DADE1-D578-4A93-B50A-5F34D37DD1E7}">
      <dgm:prSet/>
      <dgm:spPr/>
      <dgm:t>
        <a:bodyPr/>
        <a:lstStyle/>
        <a:p>
          <a:endParaRPr lang="en-US"/>
        </a:p>
      </dgm:t>
    </dgm:pt>
    <dgm:pt modelId="{D30D6FE5-F592-5644-B543-D3D4CFD007FA}" type="pres">
      <dgm:prSet presAssocID="{F4CA9795-2912-4480-9BEF-E1BD50337E52}" presName="diagram" presStyleCnt="0">
        <dgm:presLayoutVars>
          <dgm:dir/>
          <dgm:resizeHandles val="exact"/>
        </dgm:presLayoutVars>
      </dgm:prSet>
      <dgm:spPr/>
    </dgm:pt>
    <dgm:pt modelId="{2480A658-A429-EB4C-8F7E-7133A46B9B1E}" type="pres">
      <dgm:prSet presAssocID="{6F7E0819-3CC7-4E58-B318-9ABCABC7251B}" presName="node" presStyleLbl="node1" presStyleIdx="0" presStyleCnt="5">
        <dgm:presLayoutVars>
          <dgm:bulletEnabled val="1"/>
        </dgm:presLayoutVars>
      </dgm:prSet>
      <dgm:spPr/>
    </dgm:pt>
    <dgm:pt modelId="{7166B101-8610-7D45-91E6-CEE9CE97D1AC}" type="pres">
      <dgm:prSet presAssocID="{1D6706EB-4962-4EE2-B0D3-6C1C6E0CDA35}" presName="sibTrans" presStyleCnt="0"/>
      <dgm:spPr/>
    </dgm:pt>
    <dgm:pt modelId="{F588792F-6D19-3B44-B2BD-408C455B6DAF}" type="pres">
      <dgm:prSet presAssocID="{F0845725-B385-4024-ACF9-16DC52C9535D}" presName="node" presStyleLbl="node1" presStyleIdx="1" presStyleCnt="5">
        <dgm:presLayoutVars>
          <dgm:bulletEnabled val="1"/>
        </dgm:presLayoutVars>
      </dgm:prSet>
      <dgm:spPr/>
    </dgm:pt>
    <dgm:pt modelId="{ED028909-DD34-9046-90AB-ECBDE00EB338}" type="pres">
      <dgm:prSet presAssocID="{D5C3CD81-997F-441A-AC7F-B00B1AC5AB3A}" presName="sibTrans" presStyleCnt="0"/>
      <dgm:spPr/>
    </dgm:pt>
    <dgm:pt modelId="{9D5850AE-9463-9541-9C76-233A56FF487D}" type="pres">
      <dgm:prSet presAssocID="{68D821A3-BEFC-4161-A3C8-32332D12D470}" presName="node" presStyleLbl="node1" presStyleIdx="2" presStyleCnt="5">
        <dgm:presLayoutVars>
          <dgm:bulletEnabled val="1"/>
        </dgm:presLayoutVars>
      </dgm:prSet>
      <dgm:spPr/>
    </dgm:pt>
    <dgm:pt modelId="{E56BCBC5-B95A-8049-8971-141784DED5E5}" type="pres">
      <dgm:prSet presAssocID="{1460AC40-8BB3-434D-837D-FC017F7ABFE7}" presName="sibTrans" presStyleCnt="0"/>
      <dgm:spPr/>
    </dgm:pt>
    <dgm:pt modelId="{E2675746-0EAC-E945-A8E5-2321549E9D12}" type="pres">
      <dgm:prSet presAssocID="{564D1D11-6088-4F68-87F1-DB15A9CA4240}" presName="node" presStyleLbl="node1" presStyleIdx="3" presStyleCnt="5">
        <dgm:presLayoutVars>
          <dgm:bulletEnabled val="1"/>
        </dgm:presLayoutVars>
      </dgm:prSet>
      <dgm:spPr/>
    </dgm:pt>
    <dgm:pt modelId="{5B807A81-6901-5743-9F3B-D3619687FE4D}" type="pres">
      <dgm:prSet presAssocID="{DD21B74F-9576-4025-BF3D-0DE8EFC9145B}" presName="sibTrans" presStyleCnt="0"/>
      <dgm:spPr/>
    </dgm:pt>
    <dgm:pt modelId="{83CD09DA-B65B-CA42-983A-A593D4573DC2}" type="pres">
      <dgm:prSet presAssocID="{CAC3BCCF-735F-4FCF-B518-EC47EFDB069D}" presName="node" presStyleLbl="node1" presStyleIdx="4" presStyleCnt="5">
        <dgm:presLayoutVars>
          <dgm:bulletEnabled val="1"/>
        </dgm:presLayoutVars>
      </dgm:prSet>
      <dgm:spPr/>
    </dgm:pt>
  </dgm:ptLst>
  <dgm:cxnLst>
    <dgm:cxn modelId="{93D76E07-CC63-415D-9DC5-9E5A74BBB574}" srcId="{F4CA9795-2912-4480-9BEF-E1BD50337E52}" destId="{564D1D11-6088-4F68-87F1-DB15A9CA4240}" srcOrd="3" destOrd="0" parTransId="{D967C034-F480-4FAD-87A4-1C6285888DE3}" sibTransId="{DD21B74F-9576-4025-BF3D-0DE8EFC9145B}"/>
    <dgm:cxn modelId="{C9706A2E-43D0-4711-99F8-AEDC3C5CC6F6}" srcId="{F4CA9795-2912-4480-9BEF-E1BD50337E52}" destId="{68D821A3-BEFC-4161-A3C8-32332D12D470}" srcOrd="2" destOrd="0" parTransId="{65C98FC0-1D4D-42FE-A791-3F9019808C0A}" sibTransId="{1460AC40-8BB3-434D-837D-FC017F7ABFE7}"/>
    <dgm:cxn modelId="{ABBA2F6E-C1D3-4A0B-855E-5B6226489E6D}" srcId="{F4CA9795-2912-4480-9BEF-E1BD50337E52}" destId="{6F7E0819-3CC7-4E58-B318-9ABCABC7251B}" srcOrd="0" destOrd="0" parTransId="{5012FF70-A2A3-4E17-9DFA-78A6717797FD}" sibTransId="{1D6706EB-4962-4EE2-B0D3-6C1C6E0CDA35}"/>
    <dgm:cxn modelId="{CE629885-AF84-584F-8B91-B1ABABCB3D71}" type="presOf" srcId="{6F7E0819-3CC7-4E58-B318-9ABCABC7251B}" destId="{2480A658-A429-EB4C-8F7E-7133A46B9B1E}" srcOrd="0" destOrd="0" presId="urn:microsoft.com/office/officeart/2005/8/layout/default"/>
    <dgm:cxn modelId="{1077B296-68AE-499A-B029-37636673D3E8}" srcId="{F4CA9795-2912-4480-9BEF-E1BD50337E52}" destId="{F0845725-B385-4024-ACF9-16DC52C9535D}" srcOrd="1" destOrd="0" parTransId="{386CDC15-2C23-44ED-BBF2-1397894B6236}" sibTransId="{D5C3CD81-997F-441A-AC7F-B00B1AC5AB3A}"/>
    <dgm:cxn modelId="{693604B4-335E-9F46-B173-CDC58F4FB4D0}" type="presOf" srcId="{68D821A3-BEFC-4161-A3C8-32332D12D470}" destId="{9D5850AE-9463-9541-9C76-233A56FF487D}" srcOrd="0" destOrd="0" presId="urn:microsoft.com/office/officeart/2005/8/layout/default"/>
    <dgm:cxn modelId="{E699E8BA-8A85-5D43-BDF0-29E41CAD444C}" type="presOf" srcId="{564D1D11-6088-4F68-87F1-DB15A9CA4240}" destId="{E2675746-0EAC-E945-A8E5-2321549E9D12}" srcOrd="0" destOrd="0" presId="urn:microsoft.com/office/officeart/2005/8/layout/default"/>
    <dgm:cxn modelId="{815A44BF-C06F-4B4E-8234-AE0854B7AB57}" type="presOf" srcId="{F0845725-B385-4024-ACF9-16DC52C9535D}" destId="{F588792F-6D19-3B44-B2BD-408C455B6DAF}" srcOrd="0" destOrd="0" presId="urn:microsoft.com/office/officeart/2005/8/layout/default"/>
    <dgm:cxn modelId="{5C0F31D1-07AD-234D-AB34-6954B1573C2C}" type="presOf" srcId="{CAC3BCCF-735F-4FCF-B518-EC47EFDB069D}" destId="{83CD09DA-B65B-CA42-983A-A593D4573DC2}" srcOrd="0" destOrd="0" presId="urn:microsoft.com/office/officeart/2005/8/layout/default"/>
    <dgm:cxn modelId="{805B96E1-F2BB-3C4A-AE16-13F03959156C}" type="presOf" srcId="{F4CA9795-2912-4480-9BEF-E1BD50337E52}" destId="{D30D6FE5-F592-5644-B543-D3D4CFD007FA}" srcOrd="0" destOrd="0" presId="urn:microsoft.com/office/officeart/2005/8/layout/default"/>
    <dgm:cxn modelId="{681DADE1-D578-4A93-B50A-5F34D37DD1E7}" srcId="{F4CA9795-2912-4480-9BEF-E1BD50337E52}" destId="{CAC3BCCF-735F-4FCF-B518-EC47EFDB069D}" srcOrd="4" destOrd="0" parTransId="{6B5F93E1-412C-49F4-9868-90D3B683B502}" sibTransId="{F82FE8D9-F643-48B3-B27B-A5A33113AB72}"/>
    <dgm:cxn modelId="{4B5EBA06-8D20-F04B-9FAF-077EDDB8ED9E}" type="presParOf" srcId="{D30D6FE5-F592-5644-B543-D3D4CFD007FA}" destId="{2480A658-A429-EB4C-8F7E-7133A46B9B1E}" srcOrd="0" destOrd="0" presId="urn:microsoft.com/office/officeart/2005/8/layout/default"/>
    <dgm:cxn modelId="{DD3F8CA7-2746-7944-BA6E-6569766D08B2}" type="presParOf" srcId="{D30D6FE5-F592-5644-B543-D3D4CFD007FA}" destId="{7166B101-8610-7D45-91E6-CEE9CE97D1AC}" srcOrd="1" destOrd="0" presId="urn:microsoft.com/office/officeart/2005/8/layout/default"/>
    <dgm:cxn modelId="{2BB55957-D1E8-3548-8270-F4D9FCA443E4}" type="presParOf" srcId="{D30D6FE5-F592-5644-B543-D3D4CFD007FA}" destId="{F588792F-6D19-3B44-B2BD-408C455B6DAF}" srcOrd="2" destOrd="0" presId="urn:microsoft.com/office/officeart/2005/8/layout/default"/>
    <dgm:cxn modelId="{1EC4980E-B206-8945-8ECA-737B52C6D388}" type="presParOf" srcId="{D30D6FE5-F592-5644-B543-D3D4CFD007FA}" destId="{ED028909-DD34-9046-90AB-ECBDE00EB338}" srcOrd="3" destOrd="0" presId="urn:microsoft.com/office/officeart/2005/8/layout/default"/>
    <dgm:cxn modelId="{3867C425-4CC3-CD45-B306-491E8F41AF42}" type="presParOf" srcId="{D30D6FE5-F592-5644-B543-D3D4CFD007FA}" destId="{9D5850AE-9463-9541-9C76-233A56FF487D}" srcOrd="4" destOrd="0" presId="urn:microsoft.com/office/officeart/2005/8/layout/default"/>
    <dgm:cxn modelId="{73A119E5-F968-AD46-802D-3AD6E4454023}" type="presParOf" srcId="{D30D6FE5-F592-5644-B543-D3D4CFD007FA}" destId="{E56BCBC5-B95A-8049-8971-141784DED5E5}" srcOrd="5" destOrd="0" presId="urn:microsoft.com/office/officeart/2005/8/layout/default"/>
    <dgm:cxn modelId="{312954EC-D8E2-A546-800C-0A4559088C65}" type="presParOf" srcId="{D30D6FE5-F592-5644-B543-D3D4CFD007FA}" destId="{E2675746-0EAC-E945-A8E5-2321549E9D12}" srcOrd="6" destOrd="0" presId="urn:microsoft.com/office/officeart/2005/8/layout/default"/>
    <dgm:cxn modelId="{3AE55828-14AD-BC4B-AAAF-FF26EC6217BB}" type="presParOf" srcId="{D30D6FE5-F592-5644-B543-D3D4CFD007FA}" destId="{5B807A81-6901-5743-9F3B-D3619687FE4D}" srcOrd="7" destOrd="0" presId="urn:microsoft.com/office/officeart/2005/8/layout/default"/>
    <dgm:cxn modelId="{CD9C1DC5-B6EA-6D4D-824B-FBE6C14EA1C6}" type="presParOf" srcId="{D30D6FE5-F592-5644-B543-D3D4CFD007FA}" destId="{83CD09DA-B65B-CA42-983A-A593D4573DC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CA9795-2912-4480-9BEF-E1BD50337E52}" type="doc">
      <dgm:prSet loTypeId="urn:microsoft.com/office/officeart/2005/8/layout/default" loCatId="list" qsTypeId="urn:microsoft.com/office/officeart/2005/8/quickstyle/simple4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6F7E0819-3CC7-4E58-B318-9ABCABC7251B}">
      <dgm:prSet/>
      <dgm:spPr/>
      <dgm:t>
        <a:bodyPr/>
        <a:lstStyle/>
        <a:p>
          <a:r>
            <a:rPr lang="en-US"/>
            <a:t>Handling voice inputs.  </a:t>
          </a:r>
        </a:p>
      </dgm:t>
    </dgm:pt>
    <dgm:pt modelId="{5012FF70-A2A3-4E17-9DFA-78A6717797FD}" type="parTrans" cxnId="{ABBA2F6E-C1D3-4A0B-855E-5B6226489E6D}">
      <dgm:prSet/>
      <dgm:spPr/>
      <dgm:t>
        <a:bodyPr/>
        <a:lstStyle/>
        <a:p>
          <a:endParaRPr lang="en-US"/>
        </a:p>
      </dgm:t>
    </dgm:pt>
    <dgm:pt modelId="{1D6706EB-4962-4EE2-B0D3-6C1C6E0CDA35}" type="sibTrans" cxnId="{ABBA2F6E-C1D3-4A0B-855E-5B6226489E6D}">
      <dgm:prSet/>
      <dgm:spPr/>
      <dgm:t>
        <a:bodyPr/>
        <a:lstStyle/>
        <a:p>
          <a:endParaRPr lang="en-US"/>
        </a:p>
      </dgm:t>
    </dgm:pt>
    <dgm:pt modelId="{F0845725-B385-4024-ACF9-16DC52C9535D}">
      <dgm:prSet/>
      <dgm:spPr/>
      <dgm:t>
        <a:bodyPr/>
        <a:lstStyle/>
        <a:p>
          <a:r>
            <a:rPr lang="en-GB"/>
            <a:t>Identify human emotions and sentimental and Gives empathetic responses .</a:t>
          </a:r>
          <a:endParaRPr lang="en-US"/>
        </a:p>
      </dgm:t>
    </dgm:pt>
    <dgm:pt modelId="{386CDC15-2C23-44ED-BBF2-1397894B6236}" type="parTrans" cxnId="{1077B296-68AE-499A-B029-37636673D3E8}">
      <dgm:prSet/>
      <dgm:spPr/>
      <dgm:t>
        <a:bodyPr/>
        <a:lstStyle/>
        <a:p>
          <a:endParaRPr lang="en-US"/>
        </a:p>
      </dgm:t>
    </dgm:pt>
    <dgm:pt modelId="{D5C3CD81-997F-441A-AC7F-B00B1AC5AB3A}" type="sibTrans" cxnId="{1077B296-68AE-499A-B029-37636673D3E8}">
      <dgm:prSet/>
      <dgm:spPr/>
      <dgm:t>
        <a:bodyPr/>
        <a:lstStyle/>
        <a:p>
          <a:endParaRPr lang="en-US"/>
        </a:p>
      </dgm:t>
    </dgm:pt>
    <dgm:pt modelId="{68D821A3-BEFC-4161-A3C8-32332D12D470}">
      <dgm:prSet/>
      <dgm:spPr/>
      <dgm:t>
        <a:bodyPr/>
        <a:lstStyle/>
        <a:p>
          <a:r>
            <a:rPr lang="en-US"/>
            <a:t>Visual Human Friendly Representation</a:t>
          </a:r>
        </a:p>
      </dgm:t>
    </dgm:pt>
    <dgm:pt modelId="{65C98FC0-1D4D-42FE-A791-3F9019808C0A}" type="parTrans" cxnId="{C9706A2E-43D0-4711-99F8-AEDC3C5CC6F6}">
      <dgm:prSet/>
      <dgm:spPr/>
      <dgm:t>
        <a:bodyPr/>
        <a:lstStyle/>
        <a:p>
          <a:endParaRPr lang="en-US"/>
        </a:p>
      </dgm:t>
    </dgm:pt>
    <dgm:pt modelId="{1460AC40-8BB3-434D-837D-FC017F7ABFE7}" type="sibTrans" cxnId="{C9706A2E-43D0-4711-99F8-AEDC3C5CC6F6}">
      <dgm:prSet/>
      <dgm:spPr/>
      <dgm:t>
        <a:bodyPr/>
        <a:lstStyle/>
        <a:p>
          <a:endParaRPr lang="en-US"/>
        </a:p>
      </dgm:t>
    </dgm:pt>
    <dgm:pt modelId="{D30D6FE5-F592-5644-B543-D3D4CFD007FA}" type="pres">
      <dgm:prSet presAssocID="{F4CA9795-2912-4480-9BEF-E1BD50337E52}" presName="diagram" presStyleCnt="0">
        <dgm:presLayoutVars>
          <dgm:dir/>
          <dgm:resizeHandles val="exact"/>
        </dgm:presLayoutVars>
      </dgm:prSet>
      <dgm:spPr/>
    </dgm:pt>
    <dgm:pt modelId="{2480A658-A429-EB4C-8F7E-7133A46B9B1E}" type="pres">
      <dgm:prSet presAssocID="{6F7E0819-3CC7-4E58-B318-9ABCABC7251B}" presName="node" presStyleLbl="node1" presStyleIdx="0" presStyleCnt="3">
        <dgm:presLayoutVars>
          <dgm:bulletEnabled val="1"/>
        </dgm:presLayoutVars>
      </dgm:prSet>
      <dgm:spPr/>
    </dgm:pt>
    <dgm:pt modelId="{7166B101-8610-7D45-91E6-CEE9CE97D1AC}" type="pres">
      <dgm:prSet presAssocID="{1D6706EB-4962-4EE2-B0D3-6C1C6E0CDA35}" presName="sibTrans" presStyleCnt="0"/>
      <dgm:spPr/>
    </dgm:pt>
    <dgm:pt modelId="{F588792F-6D19-3B44-B2BD-408C455B6DAF}" type="pres">
      <dgm:prSet presAssocID="{F0845725-B385-4024-ACF9-16DC52C9535D}" presName="node" presStyleLbl="node1" presStyleIdx="1" presStyleCnt="3">
        <dgm:presLayoutVars>
          <dgm:bulletEnabled val="1"/>
        </dgm:presLayoutVars>
      </dgm:prSet>
      <dgm:spPr/>
    </dgm:pt>
    <dgm:pt modelId="{ED028909-DD34-9046-90AB-ECBDE00EB338}" type="pres">
      <dgm:prSet presAssocID="{D5C3CD81-997F-441A-AC7F-B00B1AC5AB3A}" presName="sibTrans" presStyleCnt="0"/>
      <dgm:spPr/>
    </dgm:pt>
    <dgm:pt modelId="{9D5850AE-9463-9541-9C76-233A56FF487D}" type="pres">
      <dgm:prSet presAssocID="{68D821A3-BEFC-4161-A3C8-32332D12D470}" presName="node" presStyleLbl="node1" presStyleIdx="2" presStyleCnt="3">
        <dgm:presLayoutVars>
          <dgm:bulletEnabled val="1"/>
        </dgm:presLayoutVars>
      </dgm:prSet>
      <dgm:spPr/>
    </dgm:pt>
  </dgm:ptLst>
  <dgm:cxnLst>
    <dgm:cxn modelId="{C9706A2E-43D0-4711-99F8-AEDC3C5CC6F6}" srcId="{F4CA9795-2912-4480-9BEF-E1BD50337E52}" destId="{68D821A3-BEFC-4161-A3C8-32332D12D470}" srcOrd="2" destOrd="0" parTransId="{65C98FC0-1D4D-42FE-A791-3F9019808C0A}" sibTransId="{1460AC40-8BB3-434D-837D-FC017F7ABFE7}"/>
    <dgm:cxn modelId="{ABBA2F6E-C1D3-4A0B-855E-5B6226489E6D}" srcId="{F4CA9795-2912-4480-9BEF-E1BD50337E52}" destId="{6F7E0819-3CC7-4E58-B318-9ABCABC7251B}" srcOrd="0" destOrd="0" parTransId="{5012FF70-A2A3-4E17-9DFA-78A6717797FD}" sibTransId="{1D6706EB-4962-4EE2-B0D3-6C1C6E0CDA35}"/>
    <dgm:cxn modelId="{CE629885-AF84-584F-8B91-B1ABABCB3D71}" type="presOf" srcId="{6F7E0819-3CC7-4E58-B318-9ABCABC7251B}" destId="{2480A658-A429-EB4C-8F7E-7133A46B9B1E}" srcOrd="0" destOrd="0" presId="urn:microsoft.com/office/officeart/2005/8/layout/default"/>
    <dgm:cxn modelId="{1077B296-68AE-499A-B029-37636673D3E8}" srcId="{F4CA9795-2912-4480-9BEF-E1BD50337E52}" destId="{F0845725-B385-4024-ACF9-16DC52C9535D}" srcOrd="1" destOrd="0" parTransId="{386CDC15-2C23-44ED-BBF2-1397894B6236}" sibTransId="{D5C3CD81-997F-441A-AC7F-B00B1AC5AB3A}"/>
    <dgm:cxn modelId="{693604B4-335E-9F46-B173-CDC58F4FB4D0}" type="presOf" srcId="{68D821A3-BEFC-4161-A3C8-32332D12D470}" destId="{9D5850AE-9463-9541-9C76-233A56FF487D}" srcOrd="0" destOrd="0" presId="urn:microsoft.com/office/officeart/2005/8/layout/default"/>
    <dgm:cxn modelId="{815A44BF-C06F-4B4E-8234-AE0854B7AB57}" type="presOf" srcId="{F0845725-B385-4024-ACF9-16DC52C9535D}" destId="{F588792F-6D19-3B44-B2BD-408C455B6DAF}" srcOrd="0" destOrd="0" presId="urn:microsoft.com/office/officeart/2005/8/layout/default"/>
    <dgm:cxn modelId="{805B96E1-F2BB-3C4A-AE16-13F03959156C}" type="presOf" srcId="{F4CA9795-2912-4480-9BEF-E1BD50337E52}" destId="{D30D6FE5-F592-5644-B543-D3D4CFD007FA}" srcOrd="0" destOrd="0" presId="urn:microsoft.com/office/officeart/2005/8/layout/default"/>
    <dgm:cxn modelId="{4B5EBA06-8D20-F04B-9FAF-077EDDB8ED9E}" type="presParOf" srcId="{D30D6FE5-F592-5644-B543-D3D4CFD007FA}" destId="{2480A658-A429-EB4C-8F7E-7133A46B9B1E}" srcOrd="0" destOrd="0" presId="urn:microsoft.com/office/officeart/2005/8/layout/default"/>
    <dgm:cxn modelId="{DD3F8CA7-2746-7944-BA6E-6569766D08B2}" type="presParOf" srcId="{D30D6FE5-F592-5644-B543-D3D4CFD007FA}" destId="{7166B101-8610-7D45-91E6-CEE9CE97D1AC}" srcOrd="1" destOrd="0" presId="urn:microsoft.com/office/officeart/2005/8/layout/default"/>
    <dgm:cxn modelId="{2BB55957-D1E8-3548-8270-F4D9FCA443E4}" type="presParOf" srcId="{D30D6FE5-F592-5644-B543-D3D4CFD007FA}" destId="{F588792F-6D19-3B44-B2BD-408C455B6DAF}" srcOrd="2" destOrd="0" presId="urn:microsoft.com/office/officeart/2005/8/layout/default"/>
    <dgm:cxn modelId="{1EC4980E-B206-8945-8ECA-737B52C6D388}" type="presParOf" srcId="{D30D6FE5-F592-5644-B543-D3D4CFD007FA}" destId="{ED028909-DD34-9046-90AB-ECBDE00EB338}" srcOrd="3" destOrd="0" presId="urn:microsoft.com/office/officeart/2005/8/layout/default"/>
    <dgm:cxn modelId="{3867C425-4CC3-CD45-B306-491E8F41AF42}" type="presParOf" srcId="{D30D6FE5-F592-5644-B543-D3D4CFD007FA}" destId="{9D5850AE-9463-9541-9C76-233A56FF487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EB2D14-7CBE-4324-B0FF-2575E8ECA604}">
      <dsp:nvSpPr>
        <dsp:cNvPr id="0" name=""/>
        <dsp:cNvSpPr/>
      </dsp:nvSpPr>
      <dsp:spPr>
        <a:xfrm>
          <a:off x="679050" y="578169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2CB40A-69C5-4191-B2A7-8F72EFAC3686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EFCBC-D2C6-4C12-83C7-03120B17E7B2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Direct integration with LOLC Company IT support platform.</a:t>
          </a:r>
          <a:endParaRPr lang="en-US" sz="1700" kern="1200"/>
        </a:p>
      </dsp:txBody>
      <dsp:txXfrm>
        <a:off x="75768" y="3053169"/>
        <a:ext cx="3093750" cy="720000"/>
      </dsp:txXfrm>
    </dsp:sp>
    <dsp:sp modelId="{D4AC9B25-199B-466E-85B3-B24B9C03CCD6}">
      <dsp:nvSpPr>
        <dsp:cNvPr id="0" name=""/>
        <dsp:cNvSpPr/>
      </dsp:nvSpPr>
      <dsp:spPr>
        <a:xfrm>
          <a:off x="4314206" y="578169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19FB7-8ECC-43BD-9292-426BDE9EA264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9E585-F617-49FF-93D7-7257AE0B8AB8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Monthly subscription-based plans </a:t>
          </a:r>
          <a:endParaRPr lang="en-US" sz="1700" kern="1200"/>
        </a:p>
      </dsp:txBody>
      <dsp:txXfrm>
        <a:off x="3710925" y="3053169"/>
        <a:ext cx="3093750" cy="720000"/>
      </dsp:txXfrm>
    </dsp:sp>
    <dsp:sp modelId="{80C27F0B-D90D-4732-AE7D-2C6935A03638}">
      <dsp:nvSpPr>
        <dsp:cNvPr id="0" name=""/>
        <dsp:cNvSpPr/>
      </dsp:nvSpPr>
      <dsp:spPr>
        <a:xfrm>
          <a:off x="7949362" y="578169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FC4A7D-F597-4AA8-A8C8-8EAA4D095226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24A81-ADE1-4FEC-B6BD-49C128DE5D0F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Licensing model</a:t>
          </a:r>
          <a:endParaRPr lang="en-US" sz="1700" kern="1200"/>
        </a:p>
      </dsp:txBody>
      <dsp:txXfrm>
        <a:off x="7346081" y="3053169"/>
        <a:ext cx="309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1E549-97AB-402C-BE9D-4EC5C14240DD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B8767-3B9A-4CC8-9B35-EE857E708F9C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What is knowledge base</a:t>
          </a:r>
        </a:p>
      </dsp:txBody>
      <dsp:txXfrm>
        <a:off x="417971" y="2644140"/>
        <a:ext cx="2889450" cy="720000"/>
      </dsp:txXfrm>
    </dsp:sp>
    <dsp:sp modelId="{ADDDF272-A6FA-4092-87B3-5D20C8D1C43A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D0C6BD-A19A-42A0-92BC-E341667924FC}">
      <dsp:nvSpPr>
        <dsp:cNvPr id="0" name=""/>
        <dsp:cNvSpPr/>
      </dsp:nvSpPr>
      <dsp:spPr>
        <a:xfrm>
          <a:off x="3813074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What is Dynamic Rag system</a:t>
          </a:r>
        </a:p>
      </dsp:txBody>
      <dsp:txXfrm>
        <a:off x="3813074" y="2644140"/>
        <a:ext cx="2889450" cy="720000"/>
      </dsp:txXfrm>
    </dsp:sp>
    <dsp:sp modelId="{DD5483C3-137E-439E-BC0A-1E4867141755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45078-77A4-427A-A210-E8B21F6C8B39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W</a:t>
          </a:r>
          <a:r>
            <a:rPr lang="en-US" sz="2200" kern="1200"/>
            <a:t>hat is episodic memory how does it help ?</a:t>
          </a:r>
        </a:p>
      </dsp:txBody>
      <dsp:txXfrm>
        <a:off x="7208178" y="2644140"/>
        <a:ext cx="28894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80A658-A429-EB4C-8F7E-7133A46B9B1E}">
      <dsp:nvSpPr>
        <dsp:cNvPr id="0" name=""/>
        <dsp:cNvSpPr/>
      </dsp:nvSpPr>
      <dsp:spPr>
        <a:xfrm>
          <a:off x="659651" y="688"/>
          <a:ext cx="3014476" cy="18086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Dynamic Knowledge base for it support.  </a:t>
          </a:r>
        </a:p>
      </dsp:txBody>
      <dsp:txXfrm>
        <a:off x="659651" y="688"/>
        <a:ext cx="3014476" cy="1808686"/>
      </dsp:txXfrm>
    </dsp:sp>
    <dsp:sp modelId="{F588792F-6D19-3B44-B2BD-408C455B6DAF}">
      <dsp:nvSpPr>
        <dsp:cNvPr id="0" name=""/>
        <dsp:cNvSpPr/>
      </dsp:nvSpPr>
      <dsp:spPr>
        <a:xfrm>
          <a:off x="3975575" y="688"/>
          <a:ext cx="3014476" cy="18086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Personalise answer generation using Users history and Open Ai API.</a:t>
          </a:r>
          <a:endParaRPr lang="en-US" sz="2300" kern="1200"/>
        </a:p>
      </dsp:txBody>
      <dsp:txXfrm>
        <a:off x="3975575" y="688"/>
        <a:ext cx="3014476" cy="1808686"/>
      </dsp:txXfrm>
    </dsp:sp>
    <dsp:sp modelId="{9D5850AE-9463-9541-9C76-233A56FF487D}">
      <dsp:nvSpPr>
        <dsp:cNvPr id="0" name=""/>
        <dsp:cNvSpPr/>
      </dsp:nvSpPr>
      <dsp:spPr>
        <a:xfrm>
          <a:off x="7291500" y="688"/>
          <a:ext cx="3014476" cy="18086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Dynamic document content category identification using sentence-transformers model </a:t>
          </a:r>
          <a:endParaRPr lang="en-US" sz="2300" kern="1200"/>
        </a:p>
      </dsp:txBody>
      <dsp:txXfrm>
        <a:off x="7291500" y="688"/>
        <a:ext cx="3014476" cy="1808686"/>
      </dsp:txXfrm>
    </dsp:sp>
    <dsp:sp modelId="{E2675746-0EAC-E945-A8E5-2321549E9D12}">
      <dsp:nvSpPr>
        <dsp:cNvPr id="0" name=""/>
        <dsp:cNvSpPr/>
      </dsp:nvSpPr>
      <dsp:spPr>
        <a:xfrm>
          <a:off x="2317613" y="2110821"/>
          <a:ext cx="3014476" cy="18086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Cache based answer retrieval to generate faster response</a:t>
          </a:r>
          <a:endParaRPr lang="en-US" sz="2300" kern="1200"/>
        </a:p>
      </dsp:txBody>
      <dsp:txXfrm>
        <a:off x="2317613" y="2110821"/>
        <a:ext cx="3014476" cy="1808686"/>
      </dsp:txXfrm>
    </dsp:sp>
    <dsp:sp modelId="{83CD09DA-B65B-CA42-983A-A593D4573DC2}">
      <dsp:nvSpPr>
        <dsp:cNvPr id="0" name=""/>
        <dsp:cNvSpPr/>
      </dsp:nvSpPr>
      <dsp:spPr>
        <a:xfrm>
          <a:off x="5633537" y="2110821"/>
          <a:ext cx="3014476" cy="180868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User feedback-based pipeline for knowledgebase update</a:t>
          </a:r>
          <a:endParaRPr lang="en-US" sz="2300" kern="1200"/>
        </a:p>
      </dsp:txBody>
      <dsp:txXfrm>
        <a:off x="5633537" y="2110821"/>
        <a:ext cx="3014476" cy="18086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80A658-A429-EB4C-8F7E-7133A46B9B1E}">
      <dsp:nvSpPr>
        <dsp:cNvPr id="0" name=""/>
        <dsp:cNvSpPr/>
      </dsp:nvSpPr>
      <dsp:spPr>
        <a:xfrm>
          <a:off x="0" y="932070"/>
          <a:ext cx="3426758" cy="2056055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Handling voice inputs.  </a:t>
          </a:r>
        </a:p>
      </dsp:txBody>
      <dsp:txXfrm>
        <a:off x="0" y="932070"/>
        <a:ext cx="3426758" cy="2056055"/>
      </dsp:txXfrm>
    </dsp:sp>
    <dsp:sp modelId="{F588792F-6D19-3B44-B2BD-408C455B6DAF}">
      <dsp:nvSpPr>
        <dsp:cNvPr id="0" name=""/>
        <dsp:cNvSpPr/>
      </dsp:nvSpPr>
      <dsp:spPr>
        <a:xfrm>
          <a:off x="3769434" y="932070"/>
          <a:ext cx="3426758" cy="2056055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110645"/>
                <a:satOff val="-9379"/>
                <a:lumOff val="1461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10645"/>
                <a:satOff val="-9379"/>
                <a:lumOff val="1461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10645"/>
                <a:satOff val="-9379"/>
                <a:lumOff val="1461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Identify human emotions and sentimental and Gives empathetic responses .</a:t>
          </a:r>
          <a:endParaRPr lang="en-US" sz="2600" kern="1200"/>
        </a:p>
      </dsp:txBody>
      <dsp:txXfrm>
        <a:off x="3769434" y="932070"/>
        <a:ext cx="3426758" cy="2056055"/>
      </dsp:txXfrm>
    </dsp:sp>
    <dsp:sp modelId="{9D5850AE-9463-9541-9C76-233A56FF487D}">
      <dsp:nvSpPr>
        <dsp:cNvPr id="0" name=""/>
        <dsp:cNvSpPr/>
      </dsp:nvSpPr>
      <dsp:spPr>
        <a:xfrm>
          <a:off x="7538869" y="932070"/>
          <a:ext cx="3426758" cy="2056055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221290"/>
                <a:satOff val="-18758"/>
                <a:lumOff val="2922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21290"/>
                <a:satOff val="-18758"/>
                <a:lumOff val="2922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21290"/>
                <a:satOff val="-18758"/>
                <a:lumOff val="2922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Visual Human Friendly Representation</a:t>
          </a:r>
        </a:p>
      </dsp:txBody>
      <dsp:txXfrm>
        <a:off x="7538869" y="932070"/>
        <a:ext cx="3426758" cy="2056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72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23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79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E3509-8B35-B649-C3C2-292AB5D73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8AA91-3C19-8701-D782-8AFE446E0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F0EDF-4D44-9110-6D9F-042B0300B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58775-7F87-C68C-EF65-00CAC0175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73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68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19712-7C3F-B74F-8959-295EEC82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3D6BD-CA2E-8C53-4B6D-FD0447FF5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86CCE-4744-75C7-80E5-61F36147D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229BE-A27D-9F8D-270A-0E4D57F1D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80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5AA95-63AA-DDAE-C6E6-903FE5F9F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06E37-5537-A33F-061D-04441A8B7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2572C6-AF33-B384-17C0-2AF479A54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A4500-FADD-23B5-6569-CA78A7E3D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52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E82C0-BB70-B0C8-FA40-1F0A4BA13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B23D3-8AA2-A32C-D31D-959E432F5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3D079-F69D-51BC-5165-B5335197F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1366E-5919-4C08-F298-610EFDC30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18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FCFBD-8071-E56D-003F-43D98B261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4A239-7954-6F22-6F4E-1FBB027DC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2BA09-9D41-B118-A085-033964929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009F1-06CE-E4FE-9B07-943829342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70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8706D-6A0A-34E6-78B3-47E0F1B9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0175E-9C93-E834-E2E9-E0DD0DB5F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C4CC8-C55D-CFAA-1D6D-2AC276EED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E57CA-D4A7-62F5-7041-8525F8726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64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E87BC-A2E9-4463-628B-4872994C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51641-77D5-F074-1909-CE921AF5D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A1523C-8F80-76FC-58CE-072F29FB6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77A8C-BFD2-549B-0F4B-43257D3DD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27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00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FAD6-2C5C-43B9-88C1-A4D0ABB0AFB3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8050-80D7-4291-AB66-6A1E35615B40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E1DD-11FC-4773-90B0-7C84B33D7902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67F4-BE83-445F-85AF-B776F4B1F44F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27950-57AA-438F-A742-7956300D4966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74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3533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574689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829529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2074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1824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188517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5918FA-EA80-4CC8-AC82-0157AB8FAB6D}" type="datetime1">
              <a:rPr lang="en-US" smtClean="0">
                <a:latin typeface="+mn-lt"/>
              </a:rPr>
              <a:t>10/30/2025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1104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3580A47-37BE-4D67-A71A-FF1D3E4F0A2D}" type="datetime1">
              <a:rPr lang="en-US" smtClean="0">
                <a:latin typeface="+mn-lt"/>
              </a:rPr>
              <a:t>10/30/2025</a:t>
            </a:fld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947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19545C7-2767-4E4F-8267-57722943CE68}" type="datetime1">
              <a:rPr lang="en-US" smtClean="0">
                <a:latin typeface="+mn-lt"/>
              </a:rPr>
              <a:t>10/30/2025</a:t>
            </a:fld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072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二等辺三角形 10">
            <a:extLst>
              <a:ext uri="{FF2B5EF4-FFF2-40B4-BE49-F238E27FC236}">
                <a16:creationId xmlns:a16="http://schemas.microsoft.com/office/drawing/2014/main" id="{B56446EB-3E00-40D3-BB32-B0D23CD79691}"/>
              </a:ext>
            </a:extLst>
          </p:cNvPr>
          <p:cNvSpPr/>
          <p:nvPr/>
        </p:nvSpPr>
        <p:spPr>
          <a:xfrm>
            <a:off x="0" y="6676903"/>
            <a:ext cx="12191996" cy="181096"/>
          </a:xfrm>
          <a:custGeom>
            <a:avLst>
              <a:gd name="f8" fmla="val 39397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39397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mbria"/>
              <a:ea typeface="HG明朝B" pitchFamily="17"/>
            </a:endParaRPr>
          </a:p>
        </p:txBody>
      </p:sp>
    </p:spTree>
    <p:extLst>
      <p:ext uri="{BB962C8B-B14F-4D97-AF65-F5344CB8AC3E}">
        <p14:creationId xmlns:p14="http://schemas.microsoft.com/office/powerpoint/2010/main" val="76142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E11E6-0747-4685-917B-59C99F566F3B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6" r:id="rId20"/>
    <p:sldLayoutId id="2147483677" r:id="rId21"/>
    <p:sldLayoutId id="2147483678" r:id="rId22"/>
    <p:sldLayoutId id="2147483679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bin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svg"/><Relationship Id="rId11" Type="http://schemas.openxmlformats.org/officeDocument/2006/relationships/image" Target="../media/image8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nasirkhn.com/portfolio/9-facebook-chatbot" TargetMode="External"/><Relationship Id="rId5" Type="http://schemas.microsoft.com/office/2007/relationships/hdphoto" Target="../media/hdphoto2.wdp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619" y="678426"/>
            <a:ext cx="11056374" cy="2286000"/>
          </a:xfrm>
        </p:spPr>
        <p:txBody>
          <a:bodyPr/>
          <a:lstStyle/>
          <a:p>
            <a:r>
              <a:rPr lang="en-US" sz="4800" b="1"/>
              <a:t>Generative AI-Based Chatbot for Employee and Customer Support Automation </a:t>
            </a:r>
            <a:endParaRPr lang="en-US" b="1"/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479623DF-595B-622B-1764-7C6740325074}"/>
              </a:ext>
            </a:extLst>
          </p:cNvPr>
          <p:cNvSpPr txBox="1">
            <a:spLocks/>
          </p:cNvSpPr>
          <p:nvPr/>
        </p:nvSpPr>
        <p:spPr>
          <a:xfrm>
            <a:off x="1699752" y="4404852"/>
            <a:ext cx="85344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solidFill>
                  <a:schemeClr val="bg1"/>
                </a:solidFill>
              </a:rPr>
              <a:t>RP25-036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013" y="2292882"/>
            <a:ext cx="2883636" cy="1661523"/>
            <a:chOff x="0" y="0"/>
            <a:chExt cx="5767272" cy="3323045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>
              <a:off x="0" y="0"/>
              <a:ext cx="3323058" cy="3323045"/>
              <a:chOff x="0" y="0"/>
              <a:chExt cx="6350000" cy="634997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49975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sz="1200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2444227" y="0"/>
              <a:ext cx="3323045" cy="3323045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052CC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373"/>
                  </a:lnSpc>
                </a:pPr>
                <a:endParaRPr sz="1200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836748" y="911024"/>
              <a:ext cx="2538004" cy="436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15"/>
                </a:lnSpc>
              </a:pPr>
              <a:r>
                <a:rPr lang="en-US" sz="1466">
                  <a:solidFill>
                    <a:srgbClr val="FFFFFF"/>
                  </a:solidFill>
                  <a:latin typeface="Open Sauce SemiBold"/>
                </a:rPr>
                <a:t>Lakshan S.N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23636" y="2011411"/>
              <a:ext cx="2764228" cy="333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1"/>
                </a:lnSpc>
              </a:pPr>
              <a:r>
                <a:rPr lang="en-US" sz="1121">
                  <a:solidFill>
                    <a:srgbClr val="FFFFFF"/>
                  </a:solidFill>
                  <a:latin typeface="Canva Sans 1"/>
                </a:rPr>
                <a:t>IT21800900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142199" y="2292882"/>
            <a:ext cx="2883636" cy="1661523"/>
            <a:chOff x="0" y="0"/>
            <a:chExt cx="5767272" cy="3323045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3323058" cy="3323045"/>
              <a:chOff x="0" y="0"/>
              <a:chExt cx="6350000" cy="63499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49975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sz="12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444227" y="0"/>
              <a:ext cx="3323045" cy="3323045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052CC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373"/>
                  </a:lnSpc>
                </a:pPr>
                <a:endParaRPr sz="1200"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2836748" y="911024"/>
              <a:ext cx="2538004" cy="436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15"/>
                </a:lnSpc>
              </a:pPr>
              <a:r>
                <a:rPr lang="en-US" sz="1466">
                  <a:solidFill>
                    <a:srgbClr val="FFFFFF"/>
                  </a:solidFill>
                  <a:latin typeface="Open Sauce SemiBold"/>
                </a:rPr>
                <a:t>Gamage U.R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23636" y="2011411"/>
              <a:ext cx="2764228" cy="333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1"/>
                </a:lnSpc>
              </a:pPr>
              <a:r>
                <a:rPr lang="en-US" sz="1121">
                  <a:solidFill>
                    <a:srgbClr val="FFFFFF"/>
                  </a:solidFill>
                  <a:latin typeface="Canva Sans 1"/>
                </a:rPr>
                <a:t>IT21807480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06060" y="2292882"/>
            <a:ext cx="2883636" cy="1661523"/>
            <a:chOff x="0" y="0"/>
            <a:chExt cx="5767272" cy="3323045"/>
          </a:xfrm>
        </p:grpSpPr>
        <p:grpSp>
          <p:nvGrpSpPr>
            <p:cNvPr id="19" name="Group 19"/>
            <p:cNvGrpSpPr>
              <a:grpSpLocks noChangeAspect="1"/>
            </p:cNvGrpSpPr>
            <p:nvPr/>
          </p:nvGrpSpPr>
          <p:grpSpPr>
            <a:xfrm>
              <a:off x="0" y="0"/>
              <a:ext cx="3323058" cy="3323045"/>
              <a:chOff x="0" y="0"/>
              <a:chExt cx="6350000" cy="634997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sz="12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444227" y="0"/>
              <a:ext cx="3323045" cy="3323045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052CC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373"/>
                  </a:lnSpc>
                </a:pPr>
                <a:endParaRPr sz="1200"/>
              </a:p>
            </p:txBody>
          </p:sp>
        </p:grp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3013091" y="4301127"/>
            <a:ext cx="1661529" cy="1661523"/>
            <a:chOff x="0" y="0"/>
            <a:chExt cx="6350000" cy="634997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35205" y="4301127"/>
            <a:ext cx="1661523" cy="1661523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52CC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73"/>
                </a:lnSpc>
              </a:pPr>
              <a:endParaRPr sz="1200"/>
            </a:p>
          </p:txBody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6309967" y="4301127"/>
            <a:ext cx="1661529" cy="1661523"/>
            <a:chOff x="0" y="0"/>
            <a:chExt cx="6350000" cy="634997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32080" y="4301127"/>
            <a:ext cx="1661523" cy="1661523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52CC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373"/>
                </a:lnSpc>
              </a:pPr>
              <a:endParaRPr sz="1200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069921" y="2210749"/>
            <a:ext cx="2883636" cy="1661523"/>
            <a:chOff x="0" y="0"/>
            <a:chExt cx="5767272" cy="3323045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3323058" cy="3323045"/>
              <a:chOff x="0" y="0"/>
              <a:chExt cx="6350000" cy="634997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sz="1200"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444227" y="0"/>
              <a:ext cx="3323045" cy="3323045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052CC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373"/>
                  </a:lnSpc>
                </a:pPr>
                <a:endParaRPr sz="1200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2836748" y="911024"/>
              <a:ext cx="2538004" cy="8720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15"/>
                </a:lnSpc>
              </a:pPr>
              <a:r>
                <a:rPr lang="en-US" sz="1466" err="1">
                  <a:solidFill>
                    <a:srgbClr val="FFFFFF"/>
                  </a:solidFill>
                  <a:latin typeface="Open Sauce SemiBold"/>
                </a:rPr>
                <a:t>Kuruppu</a:t>
              </a:r>
              <a:r>
                <a:rPr lang="en-US" sz="1466">
                  <a:solidFill>
                    <a:srgbClr val="FFFFFF"/>
                  </a:solidFill>
                  <a:latin typeface="Open Sauce SemiBold"/>
                </a:rPr>
                <a:t> K.A.V.U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723636" y="2011411"/>
              <a:ext cx="2764228" cy="333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1"/>
                </a:lnSpc>
              </a:pPr>
              <a:r>
                <a:rPr lang="en-US" sz="1121">
                  <a:solidFill>
                    <a:srgbClr val="FFFFFF"/>
                  </a:solidFill>
                  <a:latin typeface="Canva Sans 1"/>
                </a:rPr>
                <a:t>IT21315282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524434" y="2749981"/>
            <a:ext cx="1269002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466">
                <a:solidFill>
                  <a:srgbClr val="FFFFFF"/>
                </a:solidFill>
                <a:latin typeface="Open Sauce SemiBold"/>
              </a:rPr>
              <a:t>Fernando W.S.N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67878" y="3298588"/>
            <a:ext cx="1382113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1"/>
              </a:lnSpc>
            </a:pPr>
            <a:r>
              <a:rPr lang="en-US" sz="1121">
                <a:solidFill>
                  <a:srgbClr val="FFFFFF"/>
                </a:solidFill>
                <a:latin typeface="Canva Sans 1"/>
              </a:rPr>
              <a:t>IT21809224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431465" y="4875796"/>
            <a:ext cx="1269002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466">
                <a:solidFill>
                  <a:srgbClr val="FFFFFF"/>
                </a:solidFill>
                <a:latin typeface="Open Sauce SemiBold"/>
              </a:rPr>
              <a:t>Prof. Nuwan </a:t>
            </a:r>
            <a:r>
              <a:rPr lang="en-US" sz="1466" err="1">
                <a:solidFill>
                  <a:srgbClr val="FFFFFF"/>
                </a:solidFill>
                <a:latin typeface="Open Sauce SemiBold"/>
              </a:rPr>
              <a:t>Kodagoda</a:t>
            </a:r>
            <a:endParaRPr lang="en-US" sz="1466">
              <a:solidFill>
                <a:srgbClr val="FFFFFF"/>
              </a:solidFill>
              <a:latin typeface="Open Sauce Semi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374909" y="5306834"/>
            <a:ext cx="1382113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1"/>
              </a:lnSpc>
            </a:pPr>
            <a:endParaRPr sz="1200"/>
          </a:p>
        </p:txBody>
      </p:sp>
      <p:sp>
        <p:nvSpPr>
          <p:cNvPr id="47" name="TextBox 47"/>
          <p:cNvSpPr txBox="1"/>
          <p:nvPr/>
        </p:nvSpPr>
        <p:spPr>
          <a:xfrm>
            <a:off x="7524434" y="4862756"/>
            <a:ext cx="177519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581">
                <a:solidFill>
                  <a:srgbClr val="FFFFFF"/>
                </a:solidFill>
                <a:latin typeface="Open Sauce SemiBold"/>
              </a:rPr>
              <a:t>Dr </a:t>
            </a:r>
            <a:r>
              <a:rPr lang="en-US" sz="1581" err="1">
                <a:solidFill>
                  <a:srgbClr val="FFFFFF"/>
                </a:solidFill>
                <a:latin typeface="Open Sauce SemiBold"/>
              </a:rPr>
              <a:t>Lakmini</a:t>
            </a:r>
            <a:r>
              <a:rPr lang="en-US" sz="1581">
                <a:solidFill>
                  <a:srgbClr val="FFFFFF"/>
                </a:solidFill>
                <a:latin typeface="Open Sauce SemiBold"/>
              </a:rPr>
              <a:t> </a:t>
            </a:r>
            <a:r>
              <a:rPr lang="en-US" sz="1581" err="1">
                <a:solidFill>
                  <a:srgbClr val="FFFFFF"/>
                </a:solidFill>
                <a:latin typeface="Open Sauce SemiBold"/>
              </a:rPr>
              <a:t>Abeywardhana</a:t>
            </a:r>
            <a:endParaRPr lang="en-US" sz="1581">
              <a:solidFill>
                <a:srgbClr val="FFFFFF"/>
              </a:solidFill>
              <a:latin typeface="Open Sauce Semi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2747104" y="1071457"/>
            <a:ext cx="7108819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4800">
                <a:solidFill>
                  <a:srgbClr val="000000"/>
                </a:solidFill>
                <a:latin typeface="Open Sauce SemiBold Bold"/>
              </a:rPr>
              <a:t>Our Team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10FCED-2E34-A57C-6AF6-17EC56139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82992" y="1079452"/>
            <a:ext cx="2386464" cy="245796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75579" y="2309704"/>
            <a:ext cx="6590853" cy="2485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1233" lvl="1" indent="-342900">
              <a:buFont typeface="Arial" panose="020B0604020202020204" pitchFamily="34" charset="0"/>
              <a:buChar char="•"/>
            </a:pPr>
            <a:r>
              <a:rPr lang="en-US" sz="2400"/>
              <a:t>We are working on a research project for the LOLC Company part of a real-world initiative.</a:t>
            </a:r>
          </a:p>
          <a:p>
            <a:pPr marL="501233" lvl="1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501233" lvl="1" indent="-342900">
              <a:buFont typeface="Arial" panose="020B0604020202020204" pitchFamily="34" charset="0"/>
              <a:buChar char="•"/>
            </a:pPr>
            <a:r>
              <a:rPr lang="en-US" sz="2400"/>
              <a:t>We have  developed a generative AI chatbot with multi-agentic system for Ti support automation for IT companies</a:t>
            </a:r>
          </a:p>
          <a:p>
            <a:pPr marL="158333" lvl="1">
              <a:lnSpc>
                <a:spcPts val="2053"/>
              </a:lnSpc>
            </a:pPr>
            <a:endParaRPr lang="en-US" sz="2000"/>
          </a:p>
        </p:txBody>
      </p:sp>
      <p:sp>
        <p:nvSpPr>
          <p:cNvPr id="7" name="TextBox 7"/>
          <p:cNvSpPr txBox="1"/>
          <p:nvPr/>
        </p:nvSpPr>
        <p:spPr>
          <a:xfrm>
            <a:off x="853549" y="685801"/>
            <a:ext cx="4703289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16"/>
              </a:lnSpc>
            </a:pPr>
            <a:r>
              <a:rPr lang="en-US" sz="4800">
                <a:solidFill>
                  <a:srgbClr val="000000"/>
                </a:solidFill>
                <a:latin typeface="Open Sauce SemiBold"/>
              </a:rPr>
              <a:t>Introduction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250C8CD-E362-9953-8667-11CAFED17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503803" y="2413759"/>
            <a:ext cx="2386464" cy="2457969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78B82759-8200-80C5-9D51-89A6833CD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9976224" y="2413760"/>
            <a:ext cx="2386464" cy="2457969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0B1F8F7C-DAEC-0C37-7085-5D4A9EC4F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740014" y="3748066"/>
            <a:ext cx="2386464" cy="2457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ECCDCF-C30B-CEEC-6D2E-ECB967D49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73153" y="328958"/>
            <a:ext cx="4821476" cy="99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7"/>
              </a:lnSpc>
              <a:spcBef>
                <a:spcPct val="0"/>
              </a:spcBef>
            </a:pPr>
            <a:r>
              <a:rPr lang="en-US" sz="5867">
                <a:solidFill>
                  <a:srgbClr val="000000"/>
                </a:solidFill>
                <a:latin typeface="Canva Sans 2 Bold"/>
              </a:rPr>
              <a:t>OBJECTIVES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366211" y="0"/>
            <a:ext cx="8634149" cy="8634149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804162" y="5244151"/>
            <a:ext cx="3029992" cy="798816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782455" y="2199277"/>
            <a:ext cx="3029992" cy="798816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366211" y="4229435"/>
            <a:ext cx="3029992" cy="798816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366211" y="3213993"/>
            <a:ext cx="3029992" cy="798816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805543" y="1718677"/>
            <a:ext cx="3759439" cy="57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  <a:spcBef>
                <a:spcPct val="0"/>
              </a:spcBef>
            </a:pPr>
            <a:r>
              <a:rPr lang="en-US" sz="3466">
                <a:solidFill>
                  <a:srgbClr val="000000"/>
                </a:solidFill>
                <a:latin typeface="Canva Sans 2 Bold"/>
              </a:rPr>
              <a:t>MAIN OBJECTIVE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89644" y="5539426"/>
            <a:ext cx="2201661" cy="20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14"/>
              </a:lnSpc>
            </a:pPr>
            <a:r>
              <a:rPr lang="en-US" sz="1400">
                <a:solidFill>
                  <a:srgbClr val="FFFFFF"/>
                </a:solidFill>
                <a:latin typeface="Cambria"/>
                <a:ea typeface="Cambria"/>
              </a:rPr>
              <a:t>3D Avatar</a:t>
            </a:r>
            <a:endParaRPr lang="en-US" sz="1450">
              <a:ea typeface="Cambria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476208" y="2386342"/>
            <a:ext cx="2172713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15"/>
              </a:lnSpc>
            </a:pPr>
            <a:r>
              <a:rPr lang="en-US" sz="1466">
                <a:solidFill>
                  <a:srgbClr val="FFFFFF"/>
                </a:solidFill>
                <a:latin typeface="Open Sauce SemiBold"/>
              </a:rPr>
              <a:t>Multi-Agent System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65408" y="1523173"/>
            <a:ext cx="2668746" cy="433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4"/>
              </a:lnSpc>
              <a:spcBef>
                <a:spcPct val="0"/>
              </a:spcBef>
            </a:pPr>
            <a:r>
              <a:rPr lang="en-US" sz="2667">
                <a:solidFill>
                  <a:srgbClr val="000000"/>
                </a:solidFill>
                <a:latin typeface="Canva Sans 2 Bold"/>
              </a:rPr>
              <a:t>SUB OBJECTIVE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73878" y="4416499"/>
            <a:ext cx="1906759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15"/>
              </a:lnSpc>
            </a:pPr>
            <a:r>
              <a:rPr lang="en-US" sz="1466">
                <a:solidFill>
                  <a:srgbClr val="FFFFFF"/>
                </a:solidFill>
                <a:latin typeface="Open Sauce SemiBold"/>
              </a:rPr>
              <a:t>Integration with forms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73878" y="3401058"/>
            <a:ext cx="204714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15"/>
              </a:lnSpc>
            </a:pPr>
            <a:r>
              <a:rPr lang="en-US" sz="1450">
                <a:solidFill>
                  <a:srgbClr val="FFFFFF"/>
                </a:solidFill>
                <a:latin typeface="Open Sauce SemiBold"/>
              </a:rPr>
              <a:t>Knowledgebase</a:t>
            </a:r>
            <a:endParaRPr lang="en-US" sz="1466">
              <a:solidFill>
                <a:srgbClr val="FFFFFF"/>
              </a:solidFill>
              <a:latin typeface="Open Sauce SemiBold"/>
            </a:endParaRPr>
          </a:p>
        </p:txBody>
      </p:sp>
      <p:pic>
        <p:nvPicPr>
          <p:cNvPr id="3" name="Picture 2" descr="A brain with a chip inside&#10;&#10;AI-generated content may be incorrect.">
            <a:extLst>
              <a:ext uri="{FF2B5EF4-FFF2-40B4-BE49-F238E27FC236}">
                <a16:creationId xmlns:a16="http://schemas.microsoft.com/office/drawing/2014/main" id="{006438EB-2E3C-6E8A-2BEB-20CD1CA0D1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4544" y="3318083"/>
            <a:ext cx="615821" cy="565544"/>
          </a:xfrm>
          <a:prstGeom prst="rect">
            <a:avLst/>
          </a:prstGeom>
        </p:spPr>
      </p:pic>
      <p:pic>
        <p:nvPicPr>
          <p:cNvPr id="24" name="Picture 23" descr="A cartoon character wearing a white and black garment&#10;&#10;AI-generated content may be incorrect.">
            <a:extLst>
              <a:ext uri="{FF2B5EF4-FFF2-40B4-BE49-F238E27FC236}">
                <a16:creationId xmlns:a16="http://schemas.microsoft.com/office/drawing/2014/main" id="{7417E90E-5D30-EE30-4080-5890EE7052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7175" y="5305425"/>
            <a:ext cx="752475" cy="666750"/>
          </a:xfrm>
          <a:prstGeom prst="rect">
            <a:avLst/>
          </a:prstGeom>
        </p:spPr>
      </p:pic>
      <p:pic>
        <p:nvPicPr>
          <p:cNvPr id="28" name="Picture 27" descr="A computer screen with a gear on it&#10;&#10;Description automatically generated">
            <a:extLst>
              <a:ext uri="{FF2B5EF4-FFF2-40B4-BE49-F238E27FC236}">
                <a16:creationId xmlns:a16="http://schemas.microsoft.com/office/drawing/2014/main" id="{611BFEB4-7BC0-5AB4-8B75-B03C5059A0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849" y="4266695"/>
            <a:ext cx="654391" cy="654391"/>
          </a:xfrm>
          <a:prstGeom prst="rect">
            <a:avLst/>
          </a:prstGeom>
        </p:spPr>
      </p:pic>
      <p:pic>
        <p:nvPicPr>
          <p:cNvPr id="30" name="Picture 29" descr="Cartoon of a robot with a stack of books&#10;&#10;Description automatically generated">
            <a:extLst>
              <a:ext uri="{FF2B5EF4-FFF2-40B4-BE49-F238E27FC236}">
                <a16:creationId xmlns:a16="http://schemas.microsoft.com/office/drawing/2014/main" id="{0FB6272A-F454-7373-400E-2D6639F74C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044" y="2195736"/>
            <a:ext cx="752475" cy="75247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D386E31-3BE1-5E9F-9297-D4A7B82A9119}"/>
              </a:ext>
            </a:extLst>
          </p:cNvPr>
          <p:cNvSpPr txBox="1"/>
          <p:nvPr/>
        </p:nvSpPr>
        <p:spPr>
          <a:xfrm>
            <a:off x="1379553" y="2846839"/>
            <a:ext cx="5391149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ea typeface="Cambria"/>
              </a:rPr>
              <a:t>Streamlined Internal communication, reduced time spent on routine queries, and improved employee productivity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5EDEBF4-9A10-6D83-0CE8-DEA57FA71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0525CE-5971-E661-B679-CB97EAFF8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00"/>
          <a:stretch/>
        </p:blipFill>
        <p:spPr>
          <a:xfrm>
            <a:off x="20" y="-6127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0509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DF6053-A0C3-D02E-BEFE-5FB1E003A78D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cap="all" spc="300" baseline="0">
                <a:latin typeface="+mj-lt"/>
                <a:ea typeface="+mj-ea"/>
                <a:cs typeface="+mj-cs"/>
              </a:rPr>
              <a:t>Commercialization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662CF150-332A-6123-75E5-D9F7442795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188423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4DE2CA34-7E23-D1E5-56C6-0EA22912F1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6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diagram of a computer network&#10;&#10;Description automatically generated with medium confidence">
            <a:extLst>
              <a:ext uri="{FF2B5EF4-FFF2-40B4-BE49-F238E27FC236}">
                <a16:creationId xmlns:a16="http://schemas.microsoft.com/office/drawing/2014/main" id="{6073EF5A-AAD6-9C89-5130-F6FE9C12E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224" y="710545"/>
            <a:ext cx="9669630" cy="5874069"/>
          </a:xfr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F2AD71D-A49A-3838-B8EC-67A489239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35D9883-442F-C575-C2F1-17A1EF33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07" y="-195313"/>
            <a:ext cx="10515600" cy="1443549"/>
          </a:xfrm>
        </p:spPr>
        <p:txBody>
          <a:bodyPr>
            <a:noAutofit/>
          </a:bodyPr>
          <a:lstStyle/>
          <a:p>
            <a:pPr algn="l">
              <a:lnSpc>
                <a:spcPts val="10080"/>
              </a:lnSpc>
            </a:pPr>
            <a:r>
              <a:rPr lang="en-US" sz="3200" b="1">
                <a:solidFill>
                  <a:srgbClr val="000000"/>
                </a:solidFill>
                <a:latin typeface="+mj-lt"/>
              </a:rPr>
              <a:t>SYSTEM DIAGRAM</a:t>
            </a:r>
            <a:endParaRPr lang="en-US" sz="3200" b="1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2B5E5-DDD2-D1CA-0D2B-C89F0059A34A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1767E6-4A32-1A61-AA87-972887D10C22}"/>
              </a:ext>
            </a:extLst>
          </p:cNvPr>
          <p:cNvSpPr/>
          <p:nvPr/>
        </p:nvSpPr>
        <p:spPr>
          <a:xfrm>
            <a:off x="10056114" y="2524125"/>
            <a:ext cx="90487" cy="57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A8C98F-94EE-3B93-3CBA-9DCE7A81FE68}"/>
              </a:ext>
            </a:extLst>
          </p:cNvPr>
          <p:cNvSpPr/>
          <p:nvPr/>
        </p:nvSpPr>
        <p:spPr>
          <a:xfrm>
            <a:off x="10033493" y="2826202"/>
            <a:ext cx="90487" cy="57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2E6F7A-FB1B-DB9F-6471-75BB6907D43E}"/>
              </a:ext>
            </a:extLst>
          </p:cNvPr>
          <p:cNvSpPr/>
          <p:nvPr/>
        </p:nvSpPr>
        <p:spPr>
          <a:xfrm>
            <a:off x="10196609" y="3144154"/>
            <a:ext cx="90487" cy="57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62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87042-2941-C691-8B13-886FD4404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1972FF-C34A-4EAE-25A1-515A7B309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solidFill>
                  <a:schemeClr val="tx1"/>
                </a:solidFill>
              </a:rPr>
              <a:t>IT21800900</a:t>
            </a:r>
            <a:r>
              <a:rPr lang="en-US" sz="40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LAKSHAN S.N.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2CC84E-6D9E-746C-7092-A6778E690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FED9E9-37ED-9C4D-7F1B-F2D0F12664E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IT21800900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>
                <a:solidFill>
                  <a:schemeClr val="tx1"/>
                </a:solidFill>
              </a:rPr>
              <a:t>LAKSHAN S.N.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957BCA-CE26-41EB-524A-4E4B0A7443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31334" y="123477"/>
            <a:ext cx="2304694" cy="2891593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A530A2-1D84-3B8F-B312-934CE2ED5546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4165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1EB2C-E701-142A-5A7E-100ED1A8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E0F0C67-7723-EDBD-E7E2-E8B6F90C8009}"/>
              </a:ext>
            </a:extLst>
          </p:cNvPr>
          <p:cNvSpPr/>
          <p:nvPr/>
        </p:nvSpPr>
        <p:spPr>
          <a:xfrm>
            <a:off x="202518" y="1096962"/>
            <a:ext cx="5836204" cy="5248606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119220-A90D-9A10-90FD-BE36895E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1837"/>
          </a:xfrm>
        </p:spPr>
        <p:txBody>
          <a:bodyPr>
            <a:normAutofit fontScale="90000"/>
          </a:bodyPr>
          <a:lstStyle/>
          <a:p>
            <a:r>
              <a:rPr lang="en-US" b="1"/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B6D694-A110-6D01-3848-616A233B768C}"/>
              </a:ext>
            </a:extLst>
          </p:cNvPr>
          <p:cNvSpPr txBox="1"/>
          <p:nvPr/>
        </p:nvSpPr>
        <p:spPr>
          <a:xfrm>
            <a:off x="6207856" y="2099092"/>
            <a:ext cx="592774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Multi-Agentic System For dynamic </a:t>
            </a: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Task</a:t>
            </a: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</a:t>
            </a: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Parsing</a:t>
            </a: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and User Collaboration </a:t>
            </a:r>
          </a:p>
        </p:txBody>
      </p:sp>
      <p:pic>
        <p:nvPicPr>
          <p:cNvPr id="17" name="Picture 16" descr="A cartoon character with a stack of books&#10;&#10;Description automatically generated">
            <a:extLst>
              <a:ext uri="{FF2B5EF4-FFF2-40B4-BE49-F238E27FC236}">
                <a16:creationId xmlns:a16="http://schemas.microsoft.com/office/drawing/2014/main" id="{DBA76255-661D-6A23-8E9F-5629167ECE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737" y="1479343"/>
            <a:ext cx="1160774" cy="11607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 descr="A cartoon of a robot&#10;&#10;Description automatically generated">
            <a:extLst>
              <a:ext uri="{FF2B5EF4-FFF2-40B4-BE49-F238E27FC236}">
                <a16:creationId xmlns:a16="http://schemas.microsoft.com/office/drawing/2014/main" id="{FBDCC396-B061-97B1-8BD4-E32780094A5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737" y="2840586"/>
            <a:ext cx="1579446" cy="15794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Content Placeholder 14" descr="A cartoon of a robot with headphones and books&#10;&#10;Description automatically generated">
            <a:extLst>
              <a:ext uri="{FF2B5EF4-FFF2-40B4-BE49-F238E27FC236}">
                <a16:creationId xmlns:a16="http://schemas.microsoft.com/office/drawing/2014/main" id="{F75F2926-B36C-B4C8-72AF-D8637E8E76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198" y="4420032"/>
            <a:ext cx="1521234" cy="15212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 descr="Cartoon of a robot with a stack of books&#10;&#10;Description automatically generated">
            <a:extLst>
              <a:ext uri="{FF2B5EF4-FFF2-40B4-BE49-F238E27FC236}">
                <a16:creationId xmlns:a16="http://schemas.microsoft.com/office/drawing/2014/main" id="{849700C2-6825-738D-E65A-734E9AA2CD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54" y="2507596"/>
            <a:ext cx="2699446" cy="237021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68C7246-3343-D724-6C02-D442138CD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A9468F-894D-6C77-4135-688005E0EF03}"/>
              </a:ext>
            </a:extLst>
          </p:cNvPr>
          <p:cNvSpPr/>
          <p:nvPr/>
        </p:nvSpPr>
        <p:spPr>
          <a:xfrm>
            <a:off x="3860510" y="6395951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IT21800900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Lakshan S.N.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C46A12-A747-454F-4EE8-047F90DBEA0F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23568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947FC-0ED6-4B1D-942E-B488F6C9D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D2B8-E095-2304-556D-23DF84E846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796" y="304796"/>
            <a:ext cx="11684002" cy="7921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 b="1">
                <a:latin typeface="Adobe Devanagari"/>
              </a:rPr>
              <a:t>MAIN OBJECTIVE</a:t>
            </a:r>
          </a:p>
        </p:txBody>
      </p:sp>
      <p:grpSp>
        <p:nvGrpSpPr>
          <p:cNvPr id="3" name="Content Placeholder 2">
            <a:extLst>
              <a:ext uri="{FF2B5EF4-FFF2-40B4-BE49-F238E27FC236}">
                <a16:creationId xmlns:a16="http://schemas.microsoft.com/office/drawing/2014/main" id="{16356AE4-B680-3C8B-5A80-A294E242D982}"/>
              </a:ext>
            </a:extLst>
          </p:cNvPr>
          <p:cNvGrpSpPr/>
          <p:nvPr/>
        </p:nvGrpSpPr>
        <p:grpSpPr>
          <a:xfrm>
            <a:off x="321730" y="1075749"/>
            <a:ext cx="11511939" cy="4858015"/>
            <a:chOff x="304796" y="1083564"/>
            <a:chExt cx="11511939" cy="4858015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03914BA-8977-BA05-BAEA-CF03F7642668}"/>
                </a:ext>
              </a:extLst>
            </p:cNvPr>
            <p:cNvSpPr/>
            <p:nvPr/>
          </p:nvSpPr>
          <p:spPr>
            <a:xfrm>
              <a:off x="304796" y="1083564"/>
              <a:ext cx="11511939" cy="1022738"/>
            </a:xfrm>
            <a:custGeom>
              <a:avLst>
                <a:gd name="f0" fmla="val 216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CCEEF1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" name="Rectangle 4" descr="Bullseye">
              <a:extLst>
                <a:ext uri="{FF2B5EF4-FFF2-40B4-BE49-F238E27FC236}">
                  <a16:creationId xmlns:a16="http://schemas.microsoft.com/office/drawing/2014/main" id="{4536E4DD-796A-943F-850B-2F7A9F02DFCD}"/>
                </a:ext>
              </a:extLst>
            </p:cNvPr>
            <p:cNvSpPr/>
            <p:nvPr/>
          </p:nvSpPr>
          <p:spPr>
            <a:xfrm>
              <a:off x="614175" y="1313681"/>
              <a:ext cx="562511" cy="562511"/>
            </a:xfrm>
            <a:prstGeom prst="rect">
              <a:avLst/>
            </a:prstGeom>
            <a:blipFill>
              <a:blip r:embed="rId3">
                <a:alphaModFix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w="25402" cap="flat">
              <a:solidFill>
                <a:srgbClr val="FFFFFF"/>
              </a:solidFill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6C11E44-EFFB-0BD2-177C-E2BED00BD9EB}"/>
                </a:ext>
              </a:extLst>
            </p:cNvPr>
            <p:cNvSpPr/>
            <p:nvPr/>
          </p:nvSpPr>
          <p:spPr>
            <a:xfrm>
              <a:off x="1486064" y="1083564"/>
              <a:ext cx="10330671" cy="102273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330671"/>
                <a:gd name="f7" fmla="val 1022740"/>
                <a:gd name="f8" fmla="+- 0 0 -90"/>
                <a:gd name="f9" fmla="*/ f3 1 10330671"/>
                <a:gd name="f10" fmla="*/ f4 1 102274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0330671"/>
                <a:gd name="f19" fmla="*/ f15 1 1022740"/>
                <a:gd name="f20" fmla="*/ 0 f16 1"/>
                <a:gd name="f21" fmla="*/ 0 f15 1"/>
                <a:gd name="f22" fmla="*/ 10330671 f16 1"/>
                <a:gd name="f23" fmla="*/ 1022740 f15 1"/>
                <a:gd name="f24" fmla="+- f17 0 f1"/>
                <a:gd name="f25" fmla="*/ f20 1 10330671"/>
                <a:gd name="f26" fmla="*/ f21 1 1022740"/>
                <a:gd name="f27" fmla="*/ f22 1 10330671"/>
                <a:gd name="f28" fmla="*/ f23 1 102274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10330671" h="102274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108237" tIns="108237" rIns="108237" bIns="108237" anchor="ctr" anchorCtr="0" compatLnSpc="1">
              <a:noAutofit/>
            </a:bodyPr>
            <a:lstStyle/>
            <a:p>
              <a:pPr marL="0" marR="0" lvl="0" indent="0" algn="l" defTabSz="977895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60FC2B9-B708-444F-50A5-D6D07DFAE179}"/>
                </a:ext>
              </a:extLst>
            </p:cNvPr>
            <p:cNvSpPr/>
            <p:nvPr/>
          </p:nvSpPr>
          <p:spPr>
            <a:xfrm>
              <a:off x="304796" y="2361995"/>
              <a:ext cx="11511939" cy="1022738"/>
            </a:xfrm>
            <a:custGeom>
              <a:avLst>
                <a:gd name="f0" fmla="val 216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CCEEF1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8" name="Rectangle 7" descr="Silo">
              <a:extLst>
                <a:ext uri="{FF2B5EF4-FFF2-40B4-BE49-F238E27FC236}">
                  <a16:creationId xmlns:a16="http://schemas.microsoft.com/office/drawing/2014/main" id="{6D7305A5-413A-0FDD-E9CF-32139434F53A}"/>
                </a:ext>
              </a:extLst>
            </p:cNvPr>
            <p:cNvSpPr/>
            <p:nvPr/>
          </p:nvSpPr>
          <p:spPr>
            <a:xfrm>
              <a:off x="614175" y="2592104"/>
              <a:ext cx="562511" cy="562511"/>
            </a:xfrm>
            <a:prstGeom prst="rect">
              <a:avLst/>
            </a:prstGeom>
            <a:blipFill>
              <a:blip r:embed="rId5">
                <a:alphaModFix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w="25402" cap="flat">
              <a:solidFill>
                <a:srgbClr val="FFFFFF"/>
              </a:solidFill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E5B27DC-38E2-C5A3-8FE0-E535B68EAB8B}"/>
                </a:ext>
              </a:extLst>
            </p:cNvPr>
            <p:cNvSpPr/>
            <p:nvPr/>
          </p:nvSpPr>
          <p:spPr>
            <a:xfrm>
              <a:off x="1486064" y="2361995"/>
              <a:ext cx="10330671" cy="102273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330671"/>
                <a:gd name="f7" fmla="val 1022740"/>
                <a:gd name="f8" fmla="+- 0 0 -90"/>
                <a:gd name="f9" fmla="*/ f3 1 10330671"/>
                <a:gd name="f10" fmla="*/ f4 1 102274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0330671"/>
                <a:gd name="f19" fmla="*/ f15 1 1022740"/>
                <a:gd name="f20" fmla="*/ 0 f16 1"/>
                <a:gd name="f21" fmla="*/ 0 f15 1"/>
                <a:gd name="f22" fmla="*/ 10330671 f16 1"/>
                <a:gd name="f23" fmla="*/ 1022740 f15 1"/>
                <a:gd name="f24" fmla="+- f17 0 f1"/>
                <a:gd name="f25" fmla="*/ f20 1 10330671"/>
                <a:gd name="f26" fmla="*/ f21 1 1022740"/>
                <a:gd name="f27" fmla="*/ f22 1 10330671"/>
                <a:gd name="f28" fmla="*/ f23 1 102274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10330671" h="102274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108237" tIns="108237" rIns="108237" bIns="108237" anchor="ctr" anchorCtr="0" compatLnSpc="1">
              <a:noAutofit/>
            </a:bodyPr>
            <a:lstStyle/>
            <a:p>
              <a:pPr marL="0" marR="0" lvl="0" indent="0" algn="l" defTabSz="977895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47EA7AE-36A0-2B64-F167-96B9F3D25A18}"/>
                </a:ext>
              </a:extLst>
            </p:cNvPr>
            <p:cNvSpPr/>
            <p:nvPr/>
          </p:nvSpPr>
          <p:spPr>
            <a:xfrm>
              <a:off x="304796" y="3640418"/>
              <a:ext cx="11511939" cy="1022738"/>
            </a:xfrm>
            <a:custGeom>
              <a:avLst>
                <a:gd name="f0" fmla="val 216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CCEEF1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Rectangle 10" descr="Database">
              <a:extLst>
                <a:ext uri="{FF2B5EF4-FFF2-40B4-BE49-F238E27FC236}">
                  <a16:creationId xmlns:a16="http://schemas.microsoft.com/office/drawing/2014/main" id="{44E26BBE-6E72-FCDC-E1C1-1036E54CC587}"/>
                </a:ext>
              </a:extLst>
            </p:cNvPr>
            <p:cNvSpPr/>
            <p:nvPr/>
          </p:nvSpPr>
          <p:spPr>
            <a:xfrm>
              <a:off x="614175" y="3870536"/>
              <a:ext cx="562511" cy="562511"/>
            </a:xfrm>
            <a:prstGeom prst="rect">
              <a:avLst/>
            </a:prstGeom>
            <a:blipFill>
              <a:blip r:embed="rId7">
                <a:alphaModFix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w="25402" cap="flat">
              <a:solidFill>
                <a:srgbClr val="FFFFFF"/>
              </a:solidFill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F969955-A7C9-6DD0-6612-0E8C2B2886C8}"/>
                </a:ext>
              </a:extLst>
            </p:cNvPr>
            <p:cNvSpPr/>
            <p:nvPr/>
          </p:nvSpPr>
          <p:spPr>
            <a:xfrm>
              <a:off x="1486064" y="3640418"/>
              <a:ext cx="10330671" cy="102273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330671"/>
                <a:gd name="f7" fmla="val 1022740"/>
                <a:gd name="f8" fmla="+- 0 0 -90"/>
                <a:gd name="f9" fmla="*/ f3 1 10330671"/>
                <a:gd name="f10" fmla="*/ f4 1 102274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0330671"/>
                <a:gd name="f19" fmla="*/ f15 1 1022740"/>
                <a:gd name="f20" fmla="*/ 0 f16 1"/>
                <a:gd name="f21" fmla="*/ 0 f15 1"/>
                <a:gd name="f22" fmla="*/ 10330671 f16 1"/>
                <a:gd name="f23" fmla="*/ 1022740 f15 1"/>
                <a:gd name="f24" fmla="+- f17 0 f1"/>
                <a:gd name="f25" fmla="*/ f20 1 10330671"/>
                <a:gd name="f26" fmla="*/ f21 1 1022740"/>
                <a:gd name="f27" fmla="*/ f22 1 10330671"/>
                <a:gd name="f28" fmla="*/ f23 1 102274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10330671" h="102274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108237" tIns="108237" rIns="108237" bIns="108237" anchor="ctr" anchorCtr="0" compatLnSpc="1">
              <a:noAutofit/>
            </a:bodyPr>
            <a:lstStyle/>
            <a:p>
              <a:pPr marL="0" marR="0" lvl="0" indent="0" algn="l" defTabSz="977895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6B165C-4F02-ED70-02D6-10DF052AAAD0}"/>
                </a:ext>
              </a:extLst>
            </p:cNvPr>
            <p:cNvSpPr/>
            <p:nvPr/>
          </p:nvSpPr>
          <p:spPr>
            <a:xfrm>
              <a:off x="304796" y="4918841"/>
              <a:ext cx="11511939" cy="1022738"/>
            </a:xfrm>
            <a:custGeom>
              <a:avLst>
                <a:gd name="f0" fmla="val 216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CCEEF1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4" name="Rectangle 13" descr="Web Design">
              <a:extLst>
                <a:ext uri="{FF2B5EF4-FFF2-40B4-BE49-F238E27FC236}">
                  <a16:creationId xmlns:a16="http://schemas.microsoft.com/office/drawing/2014/main" id="{5B2FDE10-2EDC-CF70-B69E-B2D43E69756D}"/>
                </a:ext>
              </a:extLst>
            </p:cNvPr>
            <p:cNvSpPr/>
            <p:nvPr/>
          </p:nvSpPr>
          <p:spPr>
            <a:xfrm>
              <a:off x="614175" y="5148958"/>
              <a:ext cx="562511" cy="562511"/>
            </a:xfrm>
            <a:prstGeom prst="rect">
              <a:avLst/>
            </a:prstGeom>
            <a:blipFill>
              <a:blip r:embed="rId9">
                <a:alphaModFix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 w="25402" cap="flat">
              <a:solidFill>
                <a:srgbClr val="FFFFFF"/>
              </a:solidFill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A97D765-4C40-3FE6-A3D7-A8411C17F248}"/>
                </a:ext>
              </a:extLst>
            </p:cNvPr>
            <p:cNvSpPr/>
            <p:nvPr/>
          </p:nvSpPr>
          <p:spPr>
            <a:xfrm>
              <a:off x="1486064" y="4918841"/>
              <a:ext cx="10330671" cy="102273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330671"/>
                <a:gd name="f7" fmla="val 1022740"/>
                <a:gd name="f8" fmla="+- 0 0 -90"/>
                <a:gd name="f9" fmla="*/ f3 1 10330671"/>
                <a:gd name="f10" fmla="*/ f4 1 102274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10330671"/>
                <a:gd name="f19" fmla="*/ f15 1 1022740"/>
                <a:gd name="f20" fmla="*/ 0 f16 1"/>
                <a:gd name="f21" fmla="*/ 0 f15 1"/>
                <a:gd name="f22" fmla="*/ 10330671 f16 1"/>
                <a:gd name="f23" fmla="*/ 1022740 f15 1"/>
                <a:gd name="f24" fmla="+- f17 0 f1"/>
                <a:gd name="f25" fmla="*/ f20 1 10330671"/>
                <a:gd name="f26" fmla="*/ f21 1 1022740"/>
                <a:gd name="f27" fmla="*/ f22 1 10330671"/>
                <a:gd name="f28" fmla="*/ f23 1 102274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10330671" h="102274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108237" tIns="108237" rIns="108237" bIns="108237" anchor="ctr" anchorCtr="0" compatLnSpc="1">
              <a:noAutofit/>
            </a:bodyPr>
            <a:lstStyle/>
            <a:p>
              <a:pPr marL="0" marR="0" lvl="0" indent="0" algn="l" defTabSz="977895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</a:endParaRPr>
            </a:p>
          </p:txBody>
        </p:sp>
      </p:grpSp>
      <p:sp>
        <p:nvSpPr>
          <p:cNvPr id="16" name="Rectangle 17">
            <a:extLst>
              <a:ext uri="{FF2B5EF4-FFF2-40B4-BE49-F238E27FC236}">
                <a16:creationId xmlns:a16="http://schemas.microsoft.com/office/drawing/2014/main" id="{694741BA-111A-9FCB-3110-E14E8B890F11}"/>
              </a:ext>
            </a:extLst>
          </p:cNvPr>
          <p:cNvSpPr/>
          <p:nvPr/>
        </p:nvSpPr>
        <p:spPr>
          <a:xfrm>
            <a:off x="2632438" y="6492870"/>
            <a:ext cx="6816367" cy="3651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mbria" pitchFamily="18"/>
              </a:rPr>
              <a:t>IT21800900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" pitchFamily="18"/>
              </a:rPr>
              <a:t>   | LAKSHAN S.N. | R25-036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mbria"/>
            </a:endParaRP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2E6C217F-DCF1-7BC9-29DB-45E1A9A71EC6}"/>
              </a:ext>
            </a:extLst>
          </p:cNvPr>
          <p:cNvSpPr txBox="1"/>
          <p:nvPr/>
        </p:nvSpPr>
        <p:spPr>
          <a:xfrm>
            <a:off x="1417630" y="1374672"/>
            <a:ext cx="9941795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algn="l"/>
            <a:r>
              <a:rPr lang="en-US" sz="2000" b="0" i="0">
                <a:solidFill>
                  <a:srgbClr val="333333"/>
                </a:solidFill>
                <a:effectLst/>
                <a:latin typeface="Helvetica Neue"/>
              </a:rPr>
              <a:t>Create a flexible </a:t>
            </a:r>
            <a:r>
              <a:rPr lang="en-US" sz="2000" b="1" i="0">
                <a:solidFill>
                  <a:srgbClr val="333333"/>
                </a:solidFill>
                <a:effectLst/>
                <a:latin typeface="Helvetica Neue"/>
              </a:rPr>
              <a:t>orchestration</a:t>
            </a:r>
            <a:r>
              <a:rPr lang="en-US" sz="2000" b="0" i="0">
                <a:solidFill>
                  <a:srgbClr val="333333"/>
                </a:solidFill>
                <a:effectLst/>
                <a:latin typeface="Helvetica Neue"/>
              </a:rPr>
              <a:t> system for AI agents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08BE01CE-FE1D-D311-46BA-8A39E2D97958}"/>
              </a:ext>
            </a:extLst>
          </p:cNvPr>
          <p:cNvSpPr txBox="1"/>
          <p:nvPr/>
        </p:nvSpPr>
        <p:spPr>
          <a:xfrm>
            <a:off x="1417630" y="2675689"/>
            <a:ext cx="862849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algn="l"/>
            <a:r>
              <a:rPr lang="en-US" b="0" i="0">
                <a:solidFill>
                  <a:srgbClr val="333333"/>
                </a:solidFill>
                <a:effectLst/>
                <a:latin typeface="Helvetica Neue"/>
              </a:rPr>
              <a:t>Develop </a:t>
            </a:r>
            <a:r>
              <a:rPr lang="en-US" b="1" i="0">
                <a:solidFill>
                  <a:srgbClr val="333333"/>
                </a:solidFill>
                <a:effectLst/>
                <a:latin typeface="Helvetica Neue"/>
              </a:rPr>
              <a:t>goal-to-task</a:t>
            </a:r>
            <a:r>
              <a:rPr lang="en-US" b="0" i="0">
                <a:solidFill>
                  <a:srgbClr val="333333"/>
                </a:solidFill>
                <a:effectLst/>
                <a:latin typeface="Helvetica Neue"/>
              </a:rPr>
              <a:t> decomposition technique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983BF046-2241-E3C1-83E9-73B661C26436}"/>
              </a:ext>
            </a:extLst>
          </p:cNvPr>
          <p:cNvSpPr txBox="1"/>
          <p:nvPr/>
        </p:nvSpPr>
        <p:spPr>
          <a:xfrm>
            <a:off x="1307159" y="5249804"/>
            <a:ext cx="8505757" cy="1200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algn="l"/>
            <a:r>
              <a:rPr lang="en-US" b="0" i="0">
                <a:solidFill>
                  <a:srgbClr val="333333"/>
                </a:solidFill>
                <a:effectLst/>
                <a:latin typeface="Helvetica Neue"/>
              </a:rPr>
              <a:t>Implement efficient task </a:t>
            </a:r>
            <a:r>
              <a:rPr lang="en-US" b="1" i="0">
                <a:solidFill>
                  <a:srgbClr val="333333"/>
                </a:solidFill>
                <a:effectLst/>
                <a:latin typeface="Helvetica Neue"/>
              </a:rPr>
              <a:t>assignment</a:t>
            </a:r>
            <a:r>
              <a:rPr lang="en-US" b="0" i="0">
                <a:solidFill>
                  <a:srgbClr val="333333"/>
                </a:solidFill>
                <a:effectLst/>
                <a:latin typeface="Helvetica Neue"/>
              </a:rPr>
              <a:t> and dependency </a:t>
            </a:r>
            <a:r>
              <a:rPr lang="en-US" b="1" i="0">
                <a:solidFill>
                  <a:srgbClr val="333333"/>
                </a:solidFill>
                <a:effectLst/>
                <a:latin typeface="Helvetica Neue"/>
              </a:rPr>
              <a:t>management</a:t>
            </a:r>
          </a:p>
          <a:p>
            <a:pPr>
              <a:buNone/>
            </a:pPr>
            <a:br>
              <a:rPr lang="en-US"/>
            </a:br>
            <a:br>
              <a:rPr lang="en-US"/>
            </a:br>
            <a:endParaRPr lang="en-US" b="0" i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E4244E47-71F2-10FE-3D15-8DAA161E771E}"/>
              </a:ext>
            </a:extLst>
          </p:cNvPr>
          <p:cNvSpPr txBox="1"/>
          <p:nvPr/>
        </p:nvSpPr>
        <p:spPr>
          <a:xfrm>
            <a:off x="1417630" y="3980922"/>
            <a:ext cx="7883883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algn="l"/>
            <a:r>
              <a:rPr lang="en-US" b="0" i="0">
                <a:solidFill>
                  <a:srgbClr val="333333"/>
                </a:solidFill>
                <a:effectLst/>
                <a:latin typeface="Helvetica Neue"/>
              </a:rPr>
              <a:t>Build comprehensive </a:t>
            </a:r>
            <a:r>
              <a:rPr lang="en-US" b="1" i="0">
                <a:solidFill>
                  <a:srgbClr val="333333"/>
                </a:solidFill>
                <a:effectLst/>
                <a:latin typeface="Helvetica Neue"/>
              </a:rPr>
              <a:t>monitoring</a:t>
            </a:r>
            <a:r>
              <a:rPr lang="en-US" b="0" i="0">
                <a:solidFill>
                  <a:srgbClr val="333333"/>
                </a:solidFill>
                <a:effectLst/>
                <a:latin typeface="Helvetica Neue"/>
              </a:rPr>
              <a:t> and </a:t>
            </a:r>
            <a:r>
              <a:rPr lang="en-US" b="1" i="0">
                <a:solidFill>
                  <a:srgbClr val="333333"/>
                </a:solidFill>
                <a:effectLst/>
                <a:latin typeface="Helvetica Neue"/>
              </a:rPr>
              <a:t>core API </a:t>
            </a:r>
            <a:r>
              <a:rPr lang="en-US" b="0" i="0">
                <a:solidFill>
                  <a:srgbClr val="333333"/>
                </a:solidFill>
                <a:effectLst/>
                <a:latin typeface="Helvetica Neue"/>
              </a:rPr>
              <a:t>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2ACA72-6975-83F5-FB9C-2556254F1E0A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49635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93763-7621-846F-C66D-BAC94373D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B3B46DC-A0D8-FD33-B382-A9784F837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407" y="24883"/>
            <a:ext cx="9846057" cy="62741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484D9B-961A-7B1D-BE76-24906C28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anchor="ctr">
            <a:normAutofit/>
          </a:bodyPr>
          <a:lstStyle/>
          <a:p>
            <a:r>
              <a:rPr lang="en-US" b="1">
                <a:latin typeface="Adobe Devanagari"/>
              </a:rPr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069C8D-6097-E683-E433-E10766F24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087" y="185630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32AF9-A2D2-EDFB-E501-3B059D8B9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1117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07909B-40EF-992C-4BBC-1C84A0F4D701}"/>
              </a:ext>
            </a:extLst>
          </p:cNvPr>
          <p:cNvSpPr/>
          <p:nvPr/>
        </p:nvSpPr>
        <p:spPr>
          <a:xfrm>
            <a:off x="3860510" y="6395951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IT21800900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Lakshan S.N.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4" name="Picture 3" descr="Cartoon of a robot with a stack of books&#10;&#10;Description automatically generated">
            <a:extLst>
              <a:ext uri="{FF2B5EF4-FFF2-40B4-BE49-F238E27FC236}">
                <a16:creationId xmlns:a16="http://schemas.microsoft.com/office/drawing/2014/main" id="{7C3D3CFD-AD37-39C5-532D-6F339DAC6E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435" y="2589308"/>
            <a:ext cx="755267" cy="66315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A cartoon character with a stack of books&#10;&#10;Description automatically generated">
            <a:extLst>
              <a:ext uri="{FF2B5EF4-FFF2-40B4-BE49-F238E27FC236}">
                <a16:creationId xmlns:a16="http://schemas.microsoft.com/office/drawing/2014/main" id="{B57BF917-67A4-E2E3-A27C-59A9C6D4FDB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815" y="4904021"/>
            <a:ext cx="679132" cy="6791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14" descr="A cartoon of a robot with headphones and books&#10;&#10;Description automatically generated">
            <a:extLst>
              <a:ext uri="{FF2B5EF4-FFF2-40B4-BE49-F238E27FC236}">
                <a16:creationId xmlns:a16="http://schemas.microsoft.com/office/drawing/2014/main" id="{CB23EE18-79EB-AFE6-AB24-71711E39E0D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855" y="4233929"/>
            <a:ext cx="670092" cy="6700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7FEA22-1EF4-A040-EEB1-26343FEE6DB9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03334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9CBA-287E-09C5-3142-F503F482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4FC47-CFCF-4E94-76FC-132EFEF9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1837"/>
          </a:xfrm>
        </p:spPr>
        <p:txBody>
          <a:bodyPr>
            <a:normAutofit fontScale="90000"/>
          </a:bodyPr>
          <a:lstStyle/>
          <a:p>
            <a:r>
              <a:rPr lang="en-US" b="1"/>
              <a:t>METHODOLOGY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199F664-FF1C-D772-75FA-62E76C5A5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F176CC-4F64-7449-7281-5113CEC9F894}"/>
              </a:ext>
            </a:extLst>
          </p:cNvPr>
          <p:cNvSpPr/>
          <p:nvPr/>
        </p:nvSpPr>
        <p:spPr>
          <a:xfrm>
            <a:off x="3860510" y="6395951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IT21800900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Lakshan S.N.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505411-9A1F-3E6A-F967-F8BA5C943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75" y="2125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C60D4-F9B4-FA7E-A8C5-C4423DAFA205}"/>
              </a:ext>
            </a:extLst>
          </p:cNvPr>
          <p:cNvSpPr txBox="1"/>
          <p:nvPr/>
        </p:nvSpPr>
        <p:spPr>
          <a:xfrm>
            <a:off x="1171670" y="1756330"/>
            <a:ext cx="7340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00000"/>
                </a:solidFill>
                <a:effectLst/>
                <a:latin typeface="Helvetica Neue"/>
              </a:rPr>
              <a:t>LLM Temperature Tuning Methodology for Retry Mechanisms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AE56B-B649-614F-A9FA-76D574AC1C92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A63173-7823-1A71-E67A-70E2A4BCEE70}"/>
              </a:ext>
            </a:extLst>
          </p:cNvPr>
          <p:cNvSpPr txBox="1"/>
          <p:nvPr/>
        </p:nvSpPr>
        <p:spPr>
          <a:xfrm>
            <a:off x="1171670" y="2240947"/>
            <a:ext cx="73402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0000"/>
                </a:solidFill>
                <a:latin typeface="Helvetica Neue"/>
              </a:rPr>
              <a:t>Complete MCP Protocol Integration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0000"/>
                </a:solidFill>
                <a:latin typeface="Helvetica Neue"/>
              </a:rPr>
              <a:t>MCP Client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0000"/>
                </a:solidFill>
                <a:latin typeface="Helvetica Neue"/>
              </a:rPr>
              <a:t>MCP Server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0000"/>
                </a:solidFill>
                <a:latin typeface="Helvetica Neue"/>
              </a:rPr>
              <a:t>Several MCP Hosts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483319-C13B-3442-B9A8-823F6B31EAB7}"/>
              </a:ext>
            </a:extLst>
          </p:cNvPr>
          <p:cNvSpPr txBox="1"/>
          <p:nvPr/>
        </p:nvSpPr>
        <p:spPr>
          <a:xfrm>
            <a:off x="1171670" y="3833560"/>
            <a:ext cx="7340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00000"/>
                </a:solidFill>
                <a:effectLst/>
                <a:latin typeface="Helvetica Neue"/>
              </a:rPr>
              <a:t>Agentic Intra Service Communication via MCP Protocol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68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A1755-6FF1-7D12-CFB1-109E1DB43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980F-D4F9-99C3-5C71-80CCEE615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1837"/>
          </a:xfrm>
        </p:spPr>
        <p:txBody>
          <a:bodyPr>
            <a:normAutofit fontScale="90000"/>
          </a:bodyPr>
          <a:lstStyle/>
          <a:p>
            <a:r>
              <a:rPr lang="en-US" b="1"/>
              <a:t>METHODOLOGY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513B58A-3680-52EA-3087-2EB2989E1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F8399A-7E17-E79F-C340-60B6751A7B62}"/>
              </a:ext>
            </a:extLst>
          </p:cNvPr>
          <p:cNvSpPr/>
          <p:nvPr/>
        </p:nvSpPr>
        <p:spPr>
          <a:xfrm>
            <a:off x="3860510" y="6395951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IT21800900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Lakshan S.N.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9F21FE4-AFC7-5091-E124-2AD7C6742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75" y="2125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DC79F3-4F50-9A12-CBE2-C7DEAD6454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7832" y="1112416"/>
            <a:ext cx="8220538" cy="51866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8D77D6-BA53-BC72-65AC-F7A618EC36EF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89170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A79AC-DFD7-5EFA-54EE-A0000C144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EE59-833F-D60A-7F1D-D7861D539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1837"/>
          </a:xfrm>
        </p:spPr>
        <p:txBody>
          <a:bodyPr>
            <a:normAutofit fontScale="90000"/>
          </a:bodyPr>
          <a:lstStyle/>
          <a:p>
            <a:r>
              <a:rPr lang="en-US" b="1"/>
              <a:t>METHODOLOGY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757EA4E-72C2-8416-9DBF-8A32839EC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B2B075-2418-E35B-2CA0-438E003BBD58}"/>
              </a:ext>
            </a:extLst>
          </p:cNvPr>
          <p:cNvSpPr/>
          <p:nvPr/>
        </p:nvSpPr>
        <p:spPr>
          <a:xfrm>
            <a:off x="3860510" y="6395951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IT21800900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Lakshan S.N.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E01E3F-ED42-CD4A-98C6-ACE151752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75" y="2125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D886C-746D-C130-926B-DDAB4790085E}"/>
              </a:ext>
            </a:extLst>
          </p:cNvPr>
          <p:cNvSpPr txBox="1"/>
          <p:nvPr/>
        </p:nvSpPr>
        <p:spPr>
          <a:xfrm>
            <a:off x="919058" y="3321757"/>
            <a:ext cx="7340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00000"/>
                </a:solidFill>
                <a:effectLst/>
                <a:latin typeface="Helvetica Neue"/>
              </a:rPr>
              <a:t>Task execution Flow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D538AB-66CC-FECA-19E7-541E12AF3BDB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B0610D-BCFD-0608-06CF-4036BC8BE2F3}"/>
              </a:ext>
            </a:extLst>
          </p:cNvPr>
          <p:cNvSpPr/>
          <p:nvPr/>
        </p:nvSpPr>
        <p:spPr>
          <a:xfrm>
            <a:off x="8041950" y="3515509"/>
            <a:ext cx="816209" cy="8653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13E500-D016-E400-B006-D7F23B8760E1}"/>
              </a:ext>
            </a:extLst>
          </p:cNvPr>
          <p:cNvSpPr/>
          <p:nvPr/>
        </p:nvSpPr>
        <p:spPr>
          <a:xfrm>
            <a:off x="8083550" y="4843463"/>
            <a:ext cx="351473" cy="226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6B44CD-02EA-976A-0517-1E179A696119}"/>
              </a:ext>
            </a:extLst>
          </p:cNvPr>
          <p:cNvSpPr/>
          <p:nvPr/>
        </p:nvSpPr>
        <p:spPr>
          <a:xfrm>
            <a:off x="7058026" y="4079240"/>
            <a:ext cx="1800134" cy="22197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DAC31F-1393-7632-AE8E-C24E35243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719" y="1193885"/>
            <a:ext cx="6215431" cy="49944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76000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in front of a glass railing&#10;&#10;Description automatically generated">
            <a:extLst>
              <a:ext uri="{FF2B5EF4-FFF2-40B4-BE49-F238E27FC236}">
                <a16:creationId xmlns:a16="http://schemas.microsoft.com/office/drawing/2014/main" id="{DEFB731E-0A55-77DF-6225-883D605C7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5" r="-1" b="29814"/>
          <a:stretch/>
        </p:blipFill>
        <p:spPr>
          <a:xfrm>
            <a:off x="8986899" y="222274"/>
            <a:ext cx="2990403" cy="2512164"/>
          </a:xfrm>
          <a:prstGeom prst="rect">
            <a:avLst/>
          </a:prstGeom>
          <a:noFill/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F772B7A3-5AA6-5894-83FB-FE344F500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236" y="2419064"/>
            <a:ext cx="10363200" cy="1362075"/>
          </a:xfrm>
        </p:spPr>
        <p:txBody>
          <a:bodyPr/>
          <a:lstStyle/>
          <a:p>
            <a:r>
              <a:rPr lang="en-US">
                <a:latin typeface="Adobe Devanagari"/>
              </a:rPr>
              <a:t>IT21807480 | Gamage U.R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E5C3B5F-32EE-0196-29C3-A4B7B7C537AB}"/>
              </a:ext>
            </a:extLst>
          </p:cNvPr>
          <p:cNvSpPr txBox="1">
            <a:spLocks/>
          </p:cNvSpPr>
          <p:nvPr/>
        </p:nvSpPr>
        <p:spPr>
          <a:xfrm>
            <a:off x="923144" y="3933526"/>
            <a:ext cx="10363200" cy="7241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>
                <a:solidFill>
                  <a:srgbClr val="898989"/>
                </a:solidFill>
              </a:rPr>
              <a:t>Software Engineering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4A9C71-4B30-1F10-0207-19182B74F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81E454-885A-81E7-E16D-61C36E7304A4}"/>
              </a:ext>
            </a:extLst>
          </p:cNvPr>
          <p:cNvSpPr/>
          <p:nvPr/>
        </p:nvSpPr>
        <p:spPr>
          <a:xfrm>
            <a:off x="4023196" y="6453163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IT21807480</a:t>
            </a:r>
            <a:r>
              <a:rPr lang="en-US" sz="1800">
                <a:solidFill>
                  <a:schemeClr val="tx1"/>
                </a:solidFill>
              </a:rPr>
              <a:t>  |   </a:t>
            </a:r>
            <a:r>
              <a:rPr lang="en-US">
                <a:solidFill>
                  <a:schemeClr val="tx1"/>
                </a:solidFill>
              </a:rPr>
              <a:t>Gamage U.R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F1044-3AFF-D9C5-E131-4111DD382948}"/>
              </a:ext>
            </a:extLst>
          </p:cNvPr>
          <p:cNvSpPr txBox="1"/>
          <p:nvPr/>
        </p:nvSpPr>
        <p:spPr>
          <a:xfrm>
            <a:off x="11666271" y="648927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19129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B2F75-BED1-9A98-868F-1C622B66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22" y="1081789"/>
            <a:ext cx="11684000" cy="792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>
                <a:latin typeface="Adobe Devanagari"/>
              </a:rPr>
              <a:t>INTRODUCTION</a:t>
            </a:r>
            <a:endParaRPr lang="en-US">
              <a:latin typeface="Adobe Devanagari"/>
            </a:endParaRPr>
          </a:p>
          <a:p>
            <a:endParaRPr lang="en-US" kern="120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997E21-F273-BBF7-B739-95D581166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66951"/>
            <a:ext cx="5214852" cy="239727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b="0"/>
              <a:t>Knowledge Base Development</a:t>
            </a:r>
            <a:endParaRPr lang="en-US" sz="4400" b="0">
              <a:ea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A242-0A57-C2EB-1A37-CE1A97D13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/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111E80-F1A6-377A-97D7-FA77DC56EA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00" r="9721" b="3"/>
          <a:stretch/>
        </p:blipFill>
        <p:spPr>
          <a:xfrm>
            <a:off x="6205658" y="1711579"/>
            <a:ext cx="5376743" cy="3951288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9ADE75-CD18-E7DA-8CCC-376452620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C232EB2-8EF5-463D-AB19-EA0988D6E7FB}"/>
              </a:ext>
            </a:extLst>
          </p:cNvPr>
          <p:cNvSpPr/>
          <p:nvPr/>
        </p:nvSpPr>
        <p:spPr>
          <a:xfrm>
            <a:off x="4023196" y="6453163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IT21807480</a:t>
            </a:r>
            <a:r>
              <a:rPr lang="en-US" sz="1800">
                <a:solidFill>
                  <a:schemeClr val="tx1"/>
                </a:solidFill>
              </a:rPr>
              <a:t>  |   </a:t>
            </a:r>
            <a:r>
              <a:rPr lang="en-US">
                <a:solidFill>
                  <a:schemeClr val="tx1"/>
                </a:solidFill>
              </a:rPr>
              <a:t>Gamage U.R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DAD52-77B4-BCB4-5A39-4C789A040DA2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411705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D33DE-8245-AA6D-3D1D-A159C453A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LK"/>
              <a:t>Background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D247E9-E904-B809-984C-DCB8C1002F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7906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7162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5D1261C-6EC2-DC80-918B-34F2D526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LK" sz="4000" b="1"/>
              <a:t>Features of the Knowledge-base component</a:t>
            </a:r>
            <a:endParaRPr lang="en-US" sz="4000" b="1"/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54E8E429-DEC0-1EBB-2739-FD9486C36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05451423-1E7F-6F76-F304-5340F96C1844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540641415"/>
              </p:ext>
            </p:extLst>
          </p:nvPr>
        </p:nvGraphicFramePr>
        <p:xfrm>
          <a:off x="613186" y="2107800"/>
          <a:ext cx="10965628" cy="3920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0070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knowledge base process&#10;&#10;AI-generated content may be incorrect.">
            <a:extLst>
              <a:ext uri="{FF2B5EF4-FFF2-40B4-BE49-F238E27FC236}">
                <a16:creationId xmlns:a16="http://schemas.microsoft.com/office/drawing/2014/main" id="{B99FF90B-D40B-8145-FDEB-CFFECA969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1335" y="513"/>
            <a:ext cx="8886653" cy="6686498"/>
          </a:xfrm>
          <a:noFill/>
        </p:spPr>
      </p:pic>
    </p:spTree>
    <p:extLst>
      <p:ext uri="{BB962C8B-B14F-4D97-AF65-F5344CB8AC3E}">
        <p14:creationId xmlns:p14="http://schemas.microsoft.com/office/powerpoint/2010/main" val="4115503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73C3B-FF94-9023-32BA-326D2EE5D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anchor="ctr">
            <a:normAutofit/>
          </a:bodyPr>
          <a:lstStyle/>
          <a:p>
            <a:r>
              <a:rPr lang="en-LK" b="1">
                <a:latin typeface="Adobe Devanagari"/>
              </a:rPr>
              <a:t>System Diagram</a:t>
            </a:r>
            <a:endParaRPr lang="en-US" b="1">
              <a:latin typeface="Adobe Devanagari"/>
            </a:endParaRPr>
          </a:p>
        </p:txBody>
      </p:sp>
      <p:pic>
        <p:nvPicPr>
          <p:cNvPr id="5" name="Content Placeholder 4" descr="A diagram of a software development&#10;&#10;Description automatically generated with medium confidence">
            <a:extLst>
              <a:ext uri="{FF2B5EF4-FFF2-40B4-BE49-F238E27FC236}">
                <a16:creationId xmlns:a16="http://schemas.microsoft.com/office/drawing/2014/main" id="{E8800EFF-9862-AB71-145C-C6848D029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52" y="1013658"/>
            <a:ext cx="9452375" cy="5082108"/>
          </a:xfr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53EA31-48DF-CEA7-D5F8-B23FF145B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B1203E-57A6-496A-59ED-D963A206234B}"/>
              </a:ext>
            </a:extLst>
          </p:cNvPr>
          <p:cNvSpPr/>
          <p:nvPr/>
        </p:nvSpPr>
        <p:spPr>
          <a:xfrm>
            <a:off x="4023196" y="6453163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IT21807480</a:t>
            </a:r>
            <a:r>
              <a:rPr lang="en-US" sz="1800">
                <a:solidFill>
                  <a:schemeClr val="tx1"/>
                </a:solidFill>
              </a:rPr>
              <a:t>  |   </a:t>
            </a:r>
            <a:r>
              <a:rPr lang="en-US">
                <a:solidFill>
                  <a:schemeClr val="tx1"/>
                </a:solidFill>
              </a:rPr>
              <a:t>Gamage U.R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71C2A-0E79-5F1B-8A04-55BAD3844FA3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53487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6BC18-53F1-3D45-002A-195A6430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715"/>
            <a:ext cx="9797322" cy="694727"/>
          </a:xfrm>
        </p:spPr>
        <p:txBody>
          <a:bodyPr>
            <a:noAutofit/>
          </a:bodyPr>
          <a:lstStyle/>
          <a:p>
            <a:pPr algn="ctr"/>
            <a:r>
              <a:rPr lang="en-GB" sz="2800" b="1">
                <a:ea typeface="Calibri Light"/>
                <a:cs typeface="Calibri Light"/>
              </a:rPr>
              <a:t>Evidence of completion</a:t>
            </a:r>
            <a:endParaRPr lang="en-US" sz="2800" b="1">
              <a:ea typeface="Calibri Light"/>
              <a:cs typeface="Calibri Light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82A05B-1381-84E3-C87D-91EA56878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065" y="924393"/>
            <a:ext cx="9930985" cy="55650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CDA2C1-A84C-F4C1-CD97-8C2F91A2EED8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100997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0E95-20EE-C34B-0430-2189A5D16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08" y="-210372"/>
            <a:ext cx="10515600" cy="1325563"/>
          </a:xfrm>
        </p:spPr>
        <p:txBody>
          <a:bodyPr>
            <a:normAutofit/>
          </a:bodyPr>
          <a:lstStyle/>
          <a:p>
            <a:r>
              <a:rPr lang="en-GB" sz="3000">
                <a:ea typeface="Calibri Light"/>
                <a:cs typeface="Calibri Light"/>
              </a:rPr>
              <a:t>Evaluation of rag using Ragas metric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28431B17-3C59-69D8-80D4-9AFA11825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3197" y="598170"/>
            <a:ext cx="10930327" cy="62316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681123-D640-D61A-EC66-F6E2B3F1A488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515458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08FC9-85AC-817F-71E7-4AB017AAC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B749E0-550F-6A24-1ED0-412DD4EE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solidFill>
                  <a:schemeClr val="tx1"/>
                </a:solidFill>
              </a:rPr>
              <a:t>IT21315282</a:t>
            </a:r>
            <a:r>
              <a:rPr lang="en-US" sz="40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92C7DF-04ED-89C5-83AD-5D6EC9A05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3" name="Picture 2" descr="A person with a beard and mustache&#10;&#10;Description automatically generated">
            <a:extLst>
              <a:ext uri="{FF2B5EF4-FFF2-40B4-BE49-F238E27FC236}">
                <a16:creationId xmlns:a16="http://schemas.microsoft.com/office/drawing/2014/main" id="{FF64AD39-417D-4C0A-2DBE-D9FDC4425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400" y="129116"/>
            <a:ext cx="2581936" cy="27449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20DDBCB-4B65-A9F2-6862-4634345B1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38C122-EECB-F8C8-5FFE-021138170EE3}"/>
              </a:ext>
            </a:extLst>
          </p:cNvPr>
          <p:cNvSpPr/>
          <p:nvPr/>
        </p:nvSpPr>
        <p:spPr>
          <a:xfrm>
            <a:off x="3420319" y="636375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193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FE51A-C5FF-D696-E976-36F2820D4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F2EA-14D5-72E2-F8C8-44C44300C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622" y="2712720"/>
            <a:ext cx="6315587" cy="949960"/>
          </a:xfrm>
          <a:noFill/>
        </p:spPr>
        <p:txBody>
          <a:bodyPr>
            <a:noAutofit/>
          </a:bodyPr>
          <a:lstStyle/>
          <a:p>
            <a:pPr algn="ctr"/>
            <a:r>
              <a:rPr lang="en-US" sz="3200" b="1">
                <a:latin typeface="Adobe Devanagari"/>
              </a:rPr>
              <a:t>INTEGRATION WITH FORMS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3AE29B02-6B9B-71ED-1644-09745B906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0" y="4145280"/>
            <a:ext cx="5066250" cy="690880"/>
          </a:xfrm>
        </p:spPr>
        <p:txBody>
          <a:bodyPr>
            <a:normAutofit lnSpcReduction="10000"/>
          </a:bodyPr>
          <a:lstStyle/>
          <a:p>
            <a:r>
              <a:rPr lang="en-US"/>
              <a:t>Conversational form filling automation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E84BEFC-C9DA-5F9D-8B90-90496038A8C6}"/>
              </a:ext>
            </a:extLst>
          </p:cNvPr>
          <p:cNvSpPr txBox="1">
            <a:spLocks/>
          </p:cNvSpPr>
          <p:nvPr/>
        </p:nvSpPr>
        <p:spPr>
          <a:xfrm>
            <a:off x="403622" y="606848"/>
            <a:ext cx="3784920" cy="6908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Adobe Devanagari"/>
              </a:rPr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9B17ED-C2B6-A7E3-C65F-FF67809E3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BCB49F7-22C9-498E-C300-53DDC3E98813}"/>
              </a:ext>
            </a:extLst>
          </p:cNvPr>
          <p:cNvSpPr/>
          <p:nvPr/>
        </p:nvSpPr>
        <p:spPr>
          <a:xfrm>
            <a:off x="3017197" y="639946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14" name="Picture Placeholder 13" descr="A blue line art of chat bots&#10;&#10;AI-generated content may be incorrect.">
            <a:extLst>
              <a:ext uri="{FF2B5EF4-FFF2-40B4-BE49-F238E27FC236}">
                <a16:creationId xmlns:a16="http://schemas.microsoft.com/office/drawing/2014/main" id="{C4AF8E03-BDE5-4440-ACBF-8B36ADEE9D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20045" t="983" r="20045" b="983"/>
          <a:stretch/>
        </p:blipFill>
        <p:spPr>
          <a:xfrm flipH="1">
            <a:off x="6086167" y="-22225"/>
            <a:ext cx="6080760" cy="6902450"/>
          </a:xfrm>
        </p:spPr>
      </p:pic>
    </p:spTree>
    <p:extLst>
      <p:ext uri="{BB962C8B-B14F-4D97-AF65-F5344CB8AC3E}">
        <p14:creationId xmlns:p14="http://schemas.microsoft.com/office/powerpoint/2010/main" val="316913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-33113"/>
            <a:ext cx="6088961" cy="6891113"/>
            <a:chOff x="0" y="0"/>
            <a:chExt cx="3582567" cy="44811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82567" cy="4481134"/>
            </a:xfrm>
            <a:custGeom>
              <a:avLst/>
              <a:gdLst/>
              <a:ahLst/>
              <a:cxnLst/>
              <a:rect l="l" t="t" r="r" b="b"/>
              <a:pathLst>
                <a:path w="3582567" h="4481134">
                  <a:moveTo>
                    <a:pt x="0" y="0"/>
                  </a:moveTo>
                  <a:lnTo>
                    <a:pt x="3582567" y="0"/>
                  </a:lnTo>
                  <a:lnTo>
                    <a:pt x="3582567" y="4481134"/>
                  </a:lnTo>
                  <a:lnTo>
                    <a:pt x="0" y="4481134"/>
                  </a:lnTo>
                  <a:close/>
                </a:path>
              </a:pathLst>
            </a:custGeom>
            <a:solidFill>
              <a:srgbClr val="EEECDE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58924" y="196521"/>
            <a:ext cx="8066425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34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Objectives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1832" y="1533914"/>
            <a:ext cx="5577077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 panose="05000000000000000000" pitchFamily="2" charset="2"/>
              <a:buChar char="v"/>
            </a:pPr>
            <a:r>
              <a:rPr lang="en-US" sz="2133" b="1" spc="2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Proxima Nova"/>
                <a:cs typeface="Proxima Nova"/>
                <a:sym typeface="Proxima Nova"/>
              </a:rPr>
              <a:t>Filing form using conversation.</a:t>
            </a:r>
          </a:p>
          <a:p>
            <a:pPr>
              <a:lnSpc>
                <a:spcPts val="2400"/>
              </a:lnSpc>
              <a:buClr>
                <a:srgbClr val="F9AD6F"/>
              </a:buClr>
            </a:pPr>
            <a:r>
              <a:rPr lang="en-US" sz="2133" b="1" spc="2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Proxima Nova"/>
                <a:cs typeface="Proxima Nova"/>
                <a:sym typeface="Proxima Nova"/>
              </a:rPr>
              <a:t>     - Smooth conversational flow </a:t>
            </a:r>
          </a:p>
          <a:p>
            <a:pPr>
              <a:lnSpc>
                <a:spcPts val="2400"/>
              </a:lnSpc>
              <a:buClr>
                <a:srgbClr val="F9AD6F"/>
              </a:buClr>
            </a:pPr>
            <a:r>
              <a:rPr lang="en-US" sz="2133" b="1" spc="2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Proxima Nova"/>
                <a:cs typeface="Proxima Nova"/>
                <a:sym typeface="Proxima Nova"/>
              </a:rPr>
              <a:t>     - Enhance user engagement</a:t>
            </a:r>
            <a:br>
              <a:rPr lang="en-US" sz="2133" b="1" spc="2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Proxima Nova"/>
                <a:cs typeface="Proxima Nova"/>
                <a:sym typeface="Proxima Nova"/>
              </a:rPr>
            </a:br>
            <a:r>
              <a:rPr lang="en-US" sz="2133" b="1" spc="2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Proxima Nova"/>
                <a:cs typeface="Proxima Nova"/>
                <a:sym typeface="Proxima Nova"/>
              </a:rPr>
              <a:t>     - reduce complexity</a:t>
            </a:r>
          </a:p>
        </p:txBody>
      </p:sp>
      <p:pic>
        <p:nvPicPr>
          <p:cNvPr id="9" name="Picture 8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F4850DE2-5186-B8BC-0154-3B4DFEFDA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0844086B-D5C0-5CBF-F92B-4BB0E07115FE}"/>
              </a:ext>
            </a:extLst>
          </p:cNvPr>
          <p:cNvSpPr txBox="1"/>
          <p:nvPr/>
        </p:nvSpPr>
        <p:spPr>
          <a:xfrm>
            <a:off x="675001" y="743735"/>
            <a:ext cx="4717136" cy="48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2667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Main Objective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F9F57E69-B714-2C20-D7DB-755EB12C69AC}"/>
              </a:ext>
            </a:extLst>
          </p:cNvPr>
          <p:cNvSpPr txBox="1"/>
          <p:nvPr/>
        </p:nvSpPr>
        <p:spPr>
          <a:xfrm>
            <a:off x="6096000" y="805205"/>
            <a:ext cx="6096000" cy="484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2667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Sub Objectives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46A1D2-8BC6-97A1-F0C1-1EFEC23EB3E5}"/>
              </a:ext>
            </a:extLst>
          </p:cNvPr>
          <p:cNvCxnSpPr/>
          <p:nvPr/>
        </p:nvCxnSpPr>
        <p:spPr>
          <a:xfrm>
            <a:off x="1464710" y="1263026"/>
            <a:ext cx="3084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D03025-F044-7620-25D3-1E32BFD8D7B8}"/>
              </a:ext>
            </a:extLst>
          </p:cNvPr>
          <p:cNvCxnSpPr/>
          <p:nvPr/>
        </p:nvCxnSpPr>
        <p:spPr>
          <a:xfrm>
            <a:off x="7585701" y="1299903"/>
            <a:ext cx="3084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8">
            <a:extLst>
              <a:ext uri="{FF2B5EF4-FFF2-40B4-BE49-F238E27FC236}">
                <a16:creationId xmlns:a16="http://schemas.microsoft.com/office/drawing/2014/main" id="{207DAF28-D94C-D2AC-C895-7159A3B7D803}"/>
              </a:ext>
            </a:extLst>
          </p:cNvPr>
          <p:cNvSpPr txBox="1"/>
          <p:nvPr/>
        </p:nvSpPr>
        <p:spPr>
          <a:xfrm>
            <a:off x="6330793" y="1505820"/>
            <a:ext cx="5619375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r>
              <a:rPr lang="en-US" sz="2133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 Classification.</a:t>
            </a:r>
          </a:p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r>
              <a:rPr lang="en-US" sz="2133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LLM based subject generation.</a:t>
            </a:r>
          </a:p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r>
              <a:rPr lang="en-US" sz="2133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Ticket priority detection.</a:t>
            </a:r>
          </a:p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r>
              <a:rPr lang="en-US" sz="2133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Automate Form Filling Process.</a:t>
            </a:r>
          </a:p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r>
              <a:rPr lang="en-US" sz="2133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 Validation &amp; Submission.</a:t>
            </a:r>
            <a:endParaRPr lang="en-US" sz="2133"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90DE75-256F-B3FF-93E3-83BB4588C31F}"/>
              </a:ext>
            </a:extLst>
          </p:cNvPr>
          <p:cNvSpPr/>
          <p:nvPr/>
        </p:nvSpPr>
        <p:spPr>
          <a:xfrm>
            <a:off x="3420319" y="636375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A397CE-6164-AB01-644E-5AE55EE7D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12" y="3070579"/>
            <a:ext cx="2540427" cy="254042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D833A-9B92-3615-F54B-F35E38189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>
            <a:extLst>
              <a:ext uri="{FF2B5EF4-FFF2-40B4-BE49-F238E27FC236}">
                <a16:creationId xmlns:a16="http://schemas.microsoft.com/office/drawing/2014/main" id="{9FEF4986-F981-0910-F064-BC4ECB349E71}"/>
              </a:ext>
            </a:extLst>
          </p:cNvPr>
          <p:cNvSpPr txBox="1">
            <a:spLocks/>
          </p:cNvSpPr>
          <p:nvPr/>
        </p:nvSpPr>
        <p:spPr>
          <a:xfrm>
            <a:off x="32730" y="-10978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b="1"/>
              <a:t>SYSTEM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F2EE92-7D2E-D45B-B359-493BA9018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75EE5E1-BAD6-0D0A-8F8F-ABB92D2F1B6A}"/>
              </a:ext>
            </a:extLst>
          </p:cNvPr>
          <p:cNvSpPr/>
          <p:nvPr/>
        </p:nvSpPr>
        <p:spPr>
          <a:xfrm>
            <a:off x="3420319" y="636375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8" name="Content Placeholder 7" descr="A diagram of a computer&#10;&#10;AI-generated content may be incorrect.">
            <a:extLst>
              <a:ext uri="{FF2B5EF4-FFF2-40B4-BE49-F238E27FC236}">
                <a16:creationId xmlns:a16="http://schemas.microsoft.com/office/drawing/2014/main" id="{99F0DDCD-42A1-9871-7C6F-0B9AC390B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807" y="484839"/>
            <a:ext cx="9581846" cy="5888321"/>
          </a:xfrm>
        </p:spPr>
      </p:pic>
    </p:spTree>
    <p:extLst>
      <p:ext uri="{BB962C8B-B14F-4D97-AF65-F5344CB8AC3E}">
        <p14:creationId xmlns:p14="http://schemas.microsoft.com/office/powerpoint/2010/main" val="165968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01976" y="3610"/>
            <a:ext cx="5509291" cy="6891113"/>
            <a:chOff x="0" y="0"/>
            <a:chExt cx="3582567" cy="44811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82567" cy="4481134"/>
            </a:xfrm>
            <a:custGeom>
              <a:avLst/>
              <a:gdLst/>
              <a:ahLst/>
              <a:cxnLst/>
              <a:rect l="l" t="t" r="r" b="b"/>
              <a:pathLst>
                <a:path w="3582567" h="4481134">
                  <a:moveTo>
                    <a:pt x="0" y="0"/>
                  </a:moveTo>
                  <a:lnTo>
                    <a:pt x="3582567" y="0"/>
                  </a:lnTo>
                  <a:lnTo>
                    <a:pt x="3582567" y="4481134"/>
                  </a:lnTo>
                  <a:lnTo>
                    <a:pt x="0" y="4481134"/>
                  </a:lnTo>
                  <a:close/>
                </a:path>
              </a:pathLst>
            </a:custGeom>
            <a:solidFill>
              <a:srgbClr val="EEECDE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76399" y="88527"/>
            <a:ext cx="86868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34" b="1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Methodology – Evidence of Completion</a:t>
            </a:r>
            <a:endParaRPr lang="en-US" sz="3734" b="1" spc="56">
              <a:solidFill>
                <a:srgbClr val="3B6A7E"/>
              </a:solidFill>
              <a:latin typeface="Montserrat Heavy"/>
              <a:ea typeface="Montserrat Heavy"/>
              <a:cs typeface="Montserrat Heavy"/>
            </a:endParaRPr>
          </a:p>
        </p:txBody>
      </p:sp>
      <p:pic>
        <p:nvPicPr>
          <p:cNvPr id="9" name="Picture 8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204D02B1-683B-22E1-BEE6-C5EA2D8B6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8A2FEF-9DB5-0F6A-2062-98D13096D813}"/>
              </a:ext>
            </a:extLst>
          </p:cNvPr>
          <p:cNvSpPr txBox="1"/>
          <p:nvPr/>
        </p:nvSpPr>
        <p:spPr>
          <a:xfrm>
            <a:off x="347014" y="61306"/>
            <a:ext cx="4935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053681-E55A-477B-2A50-9DBE986B6AD0}"/>
              </a:ext>
            </a:extLst>
          </p:cNvPr>
          <p:cNvSpPr/>
          <p:nvPr/>
        </p:nvSpPr>
        <p:spPr>
          <a:xfrm>
            <a:off x="3420319" y="636375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C10D97-4513-670F-2591-30B8505AF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39" y="634754"/>
            <a:ext cx="9352654" cy="558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020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A97ED-E6E1-5614-7E0C-62226F6D9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DC2655E-AA49-E946-AD15-A490BBA649CA}"/>
              </a:ext>
            </a:extLst>
          </p:cNvPr>
          <p:cNvGrpSpPr/>
          <p:nvPr/>
        </p:nvGrpSpPr>
        <p:grpSpPr>
          <a:xfrm>
            <a:off x="-201976" y="3610"/>
            <a:ext cx="5509291" cy="6891113"/>
            <a:chOff x="0" y="0"/>
            <a:chExt cx="3582567" cy="448113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7FDD06E-7D61-F07C-81A5-BE9BB31728BD}"/>
                </a:ext>
              </a:extLst>
            </p:cNvPr>
            <p:cNvSpPr/>
            <p:nvPr/>
          </p:nvSpPr>
          <p:spPr>
            <a:xfrm>
              <a:off x="0" y="0"/>
              <a:ext cx="3582567" cy="4481134"/>
            </a:xfrm>
            <a:custGeom>
              <a:avLst/>
              <a:gdLst/>
              <a:ahLst/>
              <a:cxnLst/>
              <a:rect l="l" t="t" r="r" b="b"/>
              <a:pathLst>
                <a:path w="3582567" h="4481134">
                  <a:moveTo>
                    <a:pt x="0" y="0"/>
                  </a:moveTo>
                  <a:lnTo>
                    <a:pt x="3582567" y="0"/>
                  </a:lnTo>
                  <a:lnTo>
                    <a:pt x="3582567" y="4481134"/>
                  </a:lnTo>
                  <a:lnTo>
                    <a:pt x="0" y="4481134"/>
                  </a:lnTo>
                  <a:close/>
                </a:path>
              </a:pathLst>
            </a:custGeom>
            <a:solidFill>
              <a:srgbClr val="EEECDE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F89DBE38-65E4-38C8-6CBC-7D9215FB788B}"/>
              </a:ext>
            </a:extLst>
          </p:cNvPr>
          <p:cNvSpPr txBox="1"/>
          <p:nvPr/>
        </p:nvSpPr>
        <p:spPr>
          <a:xfrm>
            <a:off x="1676399" y="88527"/>
            <a:ext cx="86868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34" b="1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Methodology – Evidence of Completion</a:t>
            </a:r>
            <a:endParaRPr lang="en-US" sz="3734" b="1" spc="56">
              <a:solidFill>
                <a:srgbClr val="3B6A7E"/>
              </a:solidFill>
              <a:latin typeface="Montserrat Heavy"/>
              <a:ea typeface="Montserrat Heavy"/>
              <a:cs typeface="Montserrat Heavy"/>
            </a:endParaRPr>
          </a:p>
        </p:txBody>
      </p:sp>
      <p:pic>
        <p:nvPicPr>
          <p:cNvPr id="9" name="Picture 8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67B9ED7D-109A-613F-3F47-30DCEDBEE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C725F8-6061-90E4-1C37-5D205A9727F1}"/>
              </a:ext>
            </a:extLst>
          </p:cNvPr>
          <p:cNvSpPr txBox="1"/>
          <p:nvPr/>
        </p:nvSpPr>
        <p:spPr>
          <a:xfrm>
            <a:off x="347014" y="61306"/>
            <a:ext cx="4935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255885-0249-7C74-37C2-1E22C3CCCF4C}"/>
              </a:ext>
            </a:extLst>
          </p:cNvPr>
          <p:cNvSpPr/>
          <p:nvPr/>
        </p:nvSpPr>
        <p:spPr>
          <a:xfrm>
            <a:off x="3420319" y="636375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CF7743-1B79-7D0E-94D6-E2854B877A82}"/>
              </a:ext>
            </a:extLst>
          </p:cNvPr>
          <p:cNvSpPr txBox="1"/>
          <p:nvPr/>
        </p:nvSpPr>
        <p:spPr>
          <a:xfrm>
            <a:off x="457200" y="1231975"/>
            <a:ext cx="2875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Analytic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CE6E1E-CD63-2571-597D-714B098E7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583" y="607979"/>
            <a:ext cx="7062794" cy="576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46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78" y="2914252"/>
            <a:ext cx="10363200" cy="1362075"/>
          </a:xfrm>
        </p:spPr>
        <p:txBody>
          <a:bodyPr/>
          <a:lstStyle/>
          <a:p>
            <a:pPr algn="ctr"/>
            <a:r>
              <a:rPr lang="en-US"/>
              <a:t>IT21809224 | Fernando W. S. 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6501" y="4276845"/>
            <a:ext cx="9958087" cy="487403"/>
          </a:xfrm>
        </p:spPr>
        <p:txBody>
          <a:bodyPr>
            <a:normAutofit/>
          </a:bodyPr>
          <a:lstStyle/>
          <a:p>
            <a:r>
              <a:rPr lang="en-US" sz="2800"/>
              <a:t>Software Engineering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105136"/>
            <a:ext cx="2133600" cy="24805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5B9ABF-3B96-ACA4-7C75-BC32B8C93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4D4F3F7-EB2F-DF12-3999-137352945D4C}"/>
              </a:ext>
            </a:extLst>
          </p:cNvPr>
          <p:cNvSpPr/>
          <p:nvPr/>
        </p:nvSpPr>
        <p:spPr>
          <a:xfrm>
            <a:off x="3389477" y="6477000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IT21809224</a:t>
            </a:r>
            <a:r>
              <a:rPr lang="en-US" sz="1800">
                <a:solidFill>
                  <a:schemeClr val="tx1"/>
                </a:solidFill>
              </a:rPr>
              <a:t>   |   Fernando W. S. N.|   </a:t>
            </a:r>
            <a:r>
              <a:rPr lang="en-US">
                <a:solidFill>
                  <a:schemeClr val="tx1"/>
                </a:solidFill>
              </a:rPr>
              <a:t>R25-036</a:t>
            </a:r>
          </a:p>
          <a:p>
            <a:endParaRPr lang="en-US" sz="1800" b="0">
              <a:solidFill>
                <a:schemeClr val="tx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5636807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9364F-371B-695D-6A3E-6179E9867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69BA-987B-D058-8203-78DC65E8E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  <a:noFill/>
        </p:spPr>
        <p:txBody>
          <a:bodyPr>
            <a:noAutofit/>
          </a:bodyPr>
          <a:lstStyle/>
          <a:p>
            <a:r>
              <a:rPr lang="en-US"/>
              <a:t>3D avatar With Voice </a:t>
            </a:r>
            <a:r>
              <a:rPr lang="en-US" err="1"/>
              <a:t>INteraction</a:t>
            </a:r>
            <a:endParaRPr lang="en-US">
              <a:ea typeface="Calibri Light"/>
              <a:cs typeface="Calibri Light"/>
            </a:endParaRPr>
          </a:p>
        </p:txBody>
      </p:sp>
      <p:pic>
        <p:nvPicPr>
          <p:cNvPr id="91" name="Picture Placeholder 90" descr="A robot pointing at a screen&#10;&#10;AI-generated content may be incorrect.">
            <a:extLst>
              <a:ext uri="{FF2B5EF4-FFF2-40B4-BE49-F238E27FC236}">
                <a16:creationId xmlns:a16="http://schemas.microsoft.com/office/drawing/2014/main" id="{700561E9-719F-B046-72D7-3EDB2CC473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3707" r="13707"/>
          <a:stretch/>
        </p:blipFill>
        <p:spPr>
          <a:xfrm flipH="1">
            <a:off x="6086167" y="-22225"/>
            <a:ext cx="6080760" cy="6902450"/>
          </a:xfrm>
        </p:spPr>
      </p:pic>
      <p:sp>
        <p:nvSpPr>
          <p:cNvPr id="15" name="Subtitle 14">
            <a:extLst>
              <a:ext uri="{FF2B5EF4-FFF2-40B4-BE49-F238E27FC236}">
                <a16:creationId xmlns:a16="http://schemas.microsoft.com/office/drawing/2014/main" id="{55478CC0-C850-687D-BB8C-97C229D09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0" y="4145280"/>
            <a:ext cx="5066250" cy="690880"/>
          </a:xfrm>
        </p:spPr>
        <p:txBody>
          <a:bodyPr>
            <a:normAutofit lnSpcReduction="10000"/>
          </a:bodyPr>
          <a:lstStyle/>
          <a:p>
            <a:r>
              <a:rPr lang="en-US"/>
              <a:t>3d avatar with emotion Intelligent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CF381A-4B20-89DA-77D6-17A63EA78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559C66-4239-D94A-510C-18077A531FCA}"/>
              </a:ext>
            </a:extLst>
          </p:cNvPr>
          <p:cNvSpPr/>
          <p:nvPr/>
        </p:nvSpPr>
        <p:spPr>
          <a:xfrm>
            <a:off x="3065013" y="6526212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IT21809224</a:t>
            </a:r>
            <a:r>
              <a:rPr lang="en-US" sz="1800">
                <a:solidFill>
                  <a:schemeClr val="tx1"/>
                </a:solidFill>
              </a:rPr>
              <a:t>   |   Fernando W. S. N.|   </a:t>
            </a:r>
            <a:r>
              <a:rPr lang="en-US">
                <a:solidFill>
                  <a:schemeClr val="tx1"/>
                </a:solidFill>
              </a:rPr>
              <a:t>R25-036</a:t>
            </a:r>
          </a:p>
          <a:p>
            <a:endParaRPr lang="en-US" sz="1800" b="0">
              <a:solidFill>
                <a:schemeClr val="tx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77578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E9B5-069A-D689-EDD8-6529E35014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796" y="304796"/>
            <a:ext cx="11684002" cy="7921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 u="sng">
                <a:latin typeface="Cambria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FE766-D221-85FB-BCEE-E00C7FAF45F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62678" y="1345557"/>
            <a:ext cx="11563109" cy="24856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>
              <a:spcBef>
                <a:spcPts val="600"/>
              </a:spcBef>
            </a:pPr>
            <a:r>
              <a:rPr lang="en-GB" sz="2400"/>
              <a:t>This project introduces a 3D avatar chatbot that combines real-time emotion detection, sentiment analysis, and STT/TTS technologies to deliver personalized, context-aware responses. Featuring a lifelike avatar with synchronized expressions and gestures, it creates more engaging and human-like interactions compared to traditional chatbots.</a:t>
            </a:r>
            <a:endParaRPr lang="en-US" sz="2400"/>
          </a:p>
          <a:p>
            <a:pPr lvl="0">
              <a:spcBef>
                <a:spcPts val="400"/>
              </a:spcBef>
            </a:pPr>
            <a:endParaRPr lang="en-GB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7E8091-315C-F335-CCFE-C4DA2F45B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734" y="3581403"/>
            <a:ext cx="2692395" cy="28873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C41D79-17AA-C9BF-0DBC-0C65E59130FD}"/>
              </a:ext>
            </a:extLst>
          </p:cNvPr>
          <p:cNvSpPr txBox="1"/>
          <p:nvPr/>
        </p:nvSpPr>
        <p:spPr>
          <a:xfrm>
            <a:off x="355088" y="3101306"/>
            <a:ext cx="8800615" cy="205161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mbria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  <a:ea typeface="Cambria"/>
                <a:cs typeface="Cambria"/>
              </a:rPr>
              <a:t>This innovation enhances virtual communication by integrating emotional intelligence with 3D visual interactions, offering personalized and immersive experiences. It has potential applications in healthcare, education, and customer support.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  <a:cs typeface="Cambri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BF8F9C9-5D81-7425-0EBC-3A5EBCD09527}"/>
              </a:ext>
            </a:extLst>
          </p:cNvPr>
          <p:cNvSpPr/>
          <p:nvPr/>
        </p:nvSpPr>
        <p:spPr>
          <a:xfrm>
            <a:off x="4059981" y="6579684"/>
            <a:ext cx="6816367" cy="3651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mbria"/>
              </a:rPr>
              <a:t>IT21809224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</a:rPr>
              <a:t>   |   Fernando W. S. N.|   R25-036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-33113"/>
            <a:ext cx="6088961" cy="6891113"/>
            <a:chOff x="0" y="0"/>
            <a:chExt cx="3582567" cy="44811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82567" cy="4481134"/>
            </a:xfrm>
            <a:custGeom>
              <a:avLst/>
              <a:gdLst/>
              <a:ahLst/>
              <a:cxnLst/>
              <a:rect l="l" t="t" r="r" b="b"/>
              <a:pathLst>
                <a:path w="3582567" h="4481134">
                  <a:moveTo>
                    <a:pt x="0" y="0"/>
                  </a:moveTo>
                  <a:lnTo>
                    <a:pt x="3582567" y="0"/>
                  </a:lnTo>
                  <a:lnTo>
                    <a:pt x="3582567" y="4481134"/>
                  </a:lnTo>
                  <a:lnTo>
                    <a:pt x="0" y="4481134"/>
                  </a:lnTo>
                  <a:close/>
                </a:path>
              </a:pathLst>
            </a:custGeom>
            <a:solidFill>
              <a:srgbClr val="EEECDE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0" y="127001"/>
            <a:ext cx="121920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34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Objectives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1832" y="1533914"/>
            <a:ext cx="5577077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800" indent="-304800">
              <a:lnSpc>
                <a:spcPts val="2400"/>
              </a:lnSpc>
              <a:buClr>
                <a:srgbClr val="F9AD6F"/>
              </a:buClr>
              <a:buFont typeface="Wingdings" panose="05000000000000000000" pitchFamily="2" charset="2"/>
              <a:buChar char="v"/>
            </a:pPr>
            <a:r>
              <a:rPr lang="en-US" sz="2100" spc="2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/>
                <a:ea typeface="Cambria"/>
              </a:rPr>
              <a:t>To design and implement a 3D avatar chatbot capable of real-time emotion detection and adaptive interactions to enhance user engagement and communication</a:t>
            </a:r>
            <a:endParaRPr lang="en-US" sz="2100">
              <a:latin typeface="Calibri"/>
              <a:ea typeface="Calibri"/>
              <a:cs typeface="Calibri"/>
            </a:endParaRPr>
          </a:p>
        </p:txBody>
      </p:sp>
      <p:pic>
        <p:nvPicPr>
          <p:cNvPr id="9" name="Picture 8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F4850DE2-5186-B8BC-0154-3B4DFEFDA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0844086B-D5C0-5CBF-F92B-4BB0E07115FE}"/>
              </a:ext>
            </a:extLst>
          </p:cNvPr>
          <p:cNvSpPr txBox="1"/>
          <p:nvPr/>
        </p:nvSpPr>
        <p:spPr>
          <a:xfrm>
            <a:off x="675001" y="743735"/>
            <a:ext cx="4717136" cy="48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2667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Main Objective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F9F57E69-B714-2C20-D7DB-755EB12C69AC}"/>
              </a:ext>
            </a:extLst>
          </p:cNvPr>
          <p:cNvSpPr txBox="1"/>
          <p:nvPr/>
        </p:nvSpPr>
        <p:spPr>
          <a:xfrm>
            <a:off x="6096000" y="805205"/>
            <a:ext cx="6096000" cy="484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2667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Sub Objectives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46A1D2-8BC6-97A1-F0C1-1EFEC23EB3E5}"/>
              </a:ext>
            </a:extLst>
          </p:cNvPr>
          <p:cNvCxnSpPr/>
          <p:nvPr/>
        </p:nvCxnSpPr>
        <p:spPr>
          <a:xfrm>
            <a:off x="1464710" y="1263026"/>
            <a:ext cx="3084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D03025-F044-7620-25D3-1E32BFD8D7B8}"/>
              </a:ext>
            </a:extLst>
          </p:cNvPr>
          <p:cNvCxnSpPr/>
          <p:nvPr/>
        </p:nvCxnSpPr>
        <p:spPr>
          <a:xfrm>
            <a:off x="7585701" y="1299903"/>
            <a:ext cx="3084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8">
            <a:extLst>
              <a:ext uri="{FF2B5EF4-FFF2-40B4-BE49-F238E27FC236}">
                <a16:creationId xmlns:a16="http://schemas.microsoft.com/office/drawing/2014/main" id="{207DAF28-D94C-D2AC-C895-7159A3B7D803}"/>
              </a:ext>
            </a:extLst>
          </p:cNvPr>
          <p:cNvSpPr txBox="1"/>
          <p:nvPr/>
        </p:nvSpPr>
        <p:spPr>
          <a:xfrm>
            <a:off x="6330793" y="1505820"/>
            <a:ext cx="5619375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800" indent="-304800">
              <a:lnSpc>
                <a:spcPts val="2400"/>
              </a:lnSpc>
              <a:buClr>
                <a:srgbClr val="F9AD6F"/>
              </a:buClr>
              <a:buFont typeface="Wingdings" panose="05000000000000000000" pitchFamily="2" charset="2"/>
              <a:buChar char="v"/>
            </a:pP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Calibri"/>
              </a:rPr>
              <a:t>Develop Real-Time Emotion Processing.</a:t>
            </a:r>
          </a:p>
          <a:p>
            <a:pPr>
              <a:lnSpc>
                <a:spcPts val="2400"/>
              </a:lnSpc>
              <a:buClr>
                <a:srgbClr val="F9AD6F"/>
              </a:buClr>
            </a:pPr>
            <a:endParaRPr lang="en-US" sz="21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/>
              <a:cs typeface="Calibri"/>
            </a:endParaRPr>
          </a:p>
          <a:p>
            <a:pPr>
              <a:lnSpc>
                <a:spcPts val="2400"/>
              </a:lnSpc>
            </a:pPr>
            <a:endParaRPr lang="en-US" sz="2133">
              <a:ea typeface="Calibri"/>
              <a:cs typeface="Calibri"/>
            </a:endParaRPr>
          </a:p>
          <a:p>
            <a:pPr marL="304800" indent="-304800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Calibri"/>
              </a:rPr>
              <a:t>Design a 3D Avatar Framework.</a:t>
            </a:r>
          </a:p>
          <a:p>
            <a:pPr marL="304800" indent="-304800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endParaRPr lang="en-US" sz="21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  <a:p>
            <a:pPr marL="304800" indent="-304800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endParaRPr lang="en-US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/>
              <a:ea typeface="Cambria"/>
              <a:cs typeface="Calibri"/>
            </a:endParaRPr>
          </a:p>
          <a:p>
            <a:pPr marL="304800" indent="-304800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mbria"/>
                <a:cs typeface="Calibri"/>
              </a:rPr>
              <a:t>Personalize User Experiences.</a:t>
            </a:r>
            <a:endParaRPr lang="en-US" sz="2400" b="1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  <a:p>
            <a:pPr marL="304800" indent="-304800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endParaRPr lang="en-US" sz="24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/>
              <a:ea typeface="Cambria"/>
              <a:cs typeface="Calibri"/>
            </a:endParaRPr>
          </a:p>
          <a:p>
            <a:pPr>
              <a:lnSpc>
                <a:spcPts val="2400"/>
              </a:lnSpc>
              <a:buClr>
                <a:srgbClr val="F9AD6F"/>
              </a:buClr>
            </a:pPr>
            <a:endParaRPr lang="en-US" sz="24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/>
              <a:ea typeface="Cambria"/>
              <a:cs typeface="Calibri"/>
            </a:endParaRPr>
          </a:p>
          <a:p>
            <a:pPr marL="304800" indent="-304800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r>
              <a:rPr 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mbria"/>
                <a:cs typeface="Calibri"/>
              </a:rPr>
              <a:t>Use Text-to-Speech (TTS) and Speech-to-Text (STT) Modules.</a:t>
            </a:r>
            <a:endParaRPr lang="en-US" sz="2400" b="1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  <a:p>
            <a:pPr marL="304800" indent="-304800">
              <a:lnSpc>
                <a:spcPts val="2400"/>
              </a:lnSpc>
              <a:buClr>
                <a:srgbClr val="F9AD6F"/>
              </a:buClr>
              <a:buFont typeface="Wingdings" panose="05000000000000000000" pitchFamily="2" charset="2"/>
              <a:buChar char="v"/>
            </a:pPr>
            <a:endParaRPr lang="en-US" sz="2100" b="1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pic>
        <p:nvPicPr>
          <p:cNvPr id="1030" name="Picture 6" descr="What is OCD? | Causes &amp; Signs | Exceptional Individuals">
            <a:extLst>
              <a:ext uri="{FF2B5EF4-FFF2-40B4-BE49-F238E27FC236}">
                <a16:creationId xmlns:a16="http://schemas.microsoft.com/office/drawing/2014/main" id="{3DA55C74-D99B-63BE-6779-CCA903275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742" y="2623684"/>
            <a:ext cx="3796145" cy="380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7517AC12-DA9F-51E8-B1D8-DAC569FA1868}"/>
              </a:ext>
            </a:extLst>
          </p:cNvPr>
          <p:cNvSpPr/>
          <p:nvPr/>
        </p:nvSpPr>
        <p:spPr>
          <a:xfrm>
            <a:off x="3508961" y="6593133"/>
            <a:ext cx="6816367" cy="3651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mbria"/>
              </a:rPr>
              <a:t>IT21809224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</a:rPr>
              <a:t>   |   Fernando W. S. N.|   R25-036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F41CA-E377-E39F-9261-30562EF25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0EFC2AE-3E16-53DC-880C-92C54BF8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LK" sz="4000" b="1"/>
              <a:t>Features of the  </a:t>
            </a:r>
            <a:r>
              <a:rPr lang="en-US" sz="4000" b="1"/>
              <a:t>3D avatar With Voice Interaction </a:t>
            </a:r>
            <a:r>
              <a:rPr lang="en-LK" sz="4000" b="1"/>
              <a:t>component</a:t>
            </a:r>
            <a:endParaRPr lang="en-US" sz="4000" b="1"/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9B002F89-BC7F-1EAA-A13D-3B0E5FC44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349F383-1ADE-D90B-8761-48339893586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48130110"/>
              </p:ext>
            </p:extLst>
          </p:nvPr>
        </p:nvGraphicFramePr>
        <p:xfrm>
          <a:off x="613186" y="2107800"/>
          <a:ext cx="10965628" cy="3920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2184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>
                <a:latin typeface="+mn-lt"/>
              </a:rPr>
              <a:t>Methodology &amp; System Diagram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310" y="1825625"/>
            <a:ext cx="6659379" cy="4351338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21193C-EE0B-6D16-81B7-108078A5C270}"/>
              </a:ext>
            </a:extLst>
          </p:cNvPr>
          <p:cNvSpPr/>
          <p:nvPr/>
        </p:nvSpPr>
        <p:spPr>
          <a:xfrm>
            <a:off x="3838130" y="6589330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IT21809224</a:t>
            </a:r>
            <a:r>
              <a:rPr lang="en-US" sz="1800">
                <a:solidFill>
                  <a:schemeClr val="tx1"/>
                </a:solidFill>
              </a:rPr>
              <a:t>   |   Fernando W. S. N.|   </a:t>
            </a:r>
            <a:r>
              <a:rPr lang="en-US">
                <a:solidFill>
                  <a:schemeClr val="tx1"/>
                </a:solidFill>
              </a:rPr>
              <a:t>R25-036</a:t>
            </a:r>
          </a:p>
          <a:p>
            <a:endParaRPr lang="en-US" sz="1800" b="0">
              <a:solidFill>
                <a:schemeClr val="tx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1250764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01976" y="3610"/>
            <a:ext cx="5475870" cy="6864377"/>
            <a:chOff x="0" y="0"/>
            <a:chExt cx="3582567" cy="44811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82567" cy="4481134"/>
            </a:xfrm>
            <a:custGeom>
              <a:avLst/>
              <a:gdLst/>
              <a:ahLst/>
              <a:cxnLst/>
              <a:rect l="l" t="t" r="r" b="b"/>
              <a:pathLst>
                <a:path w="3582567" h="4481134">
                  <a:moveTo>
                    <a:pt x="0" y="0"/>
                  </a:moveTo>
                  <a:lnTo>
                    <a:pt x="3582567" y="0"/>
                  </a:lnTo>
                  <a:lnTo>
                    <a:pt x="3582567" y="4481134"/>
                  </a:lnTo>
                  <a:lnTo>
                    <a:pt x="0" y="4481134"/>
                  </a:lnTo>
                  <a:close/>
                </a:path>
              </a:pathLst>
            </a:custGeom>
            <a:solidFill>
              <a:srgbClr val="EEECDE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76399" y="88527"/>
            <a:ext cx="86868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00" b="1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Evidence of Completion</a:t>
            </a:r>
            <a:endParaRPr lang="en-US" sz="3700" b="1" spc="56">
              <a:solidFill>
                <a:srgbClr val="3B6A7E"/>
              </a:solidFill>
              <a:latin typeface="Montserrat Heavy"/>
              <a:ea typeface="Montserrat Heavy"/>
              <a:cs typeface="Montserrat Heavy"/>
            </a:endParaRPr>
          </a:p>
        </p:txBody>
      </p:sp>
      <p:pic>
        <p:nvPicPr>
          <p:cNvPr id="9" name="Picture 8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204D02B1-683B-22E1-BEE6-C5EA2D8B6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8A2FEF-9DB5-0F6A-2062-98D13096D813}"/>
              </a:ext>
            </a:extLst>
          </p:cNvPr>
          <p:cNvSpPr txBox="1"/>
          <p:nvPr/>
        </p:nvSpPr>
        <p:spPr>
          <a:xfrm>
            <a:off x="347014" y="61306"/>
            <a:ext cx="4935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/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A97A435-A1E1-8657-E743-8C5F005E95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31" t="25291" r="14757" b="436"/>
          <a:stretch/>
        </p:blipFill>
        <p:spPr>
          <a:xfrm>
            <a:off x="516021" y="1717841"/>
            <a:ext cx="4320381" cy="34106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47E56D-E132-8912-D55F-B7E692A60C84}"/>
              </a:ext>
            </a:extLst>
          </p:cNvPr>
          <p:cNvSpPr txBox="1"/>
          <p:nvPr/>
        </p:nvSpPr>
        <p:spPr>
          <a:xfrm>
            <a:off x="260684" y="975894"/>
            <a:ext cx="4839368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Sentimental Analysis Model Training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F093CDA-4B76-4A4B-F934-FEF9D4415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374" y="1838157"/>
            <a:ext cx="4435197" cy="33955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A44F52-D17B-CB71-7A34-D1D69E90E9C0}"/>
              </a:ext>
            </a:extLst>
          </p:cNvPr>
          <p:cNvSpPr txBox="1"/>
          <p:nvPr/>
        </p:nvSpPr>
        <p:spPr>
          <a:xfrm>
            <a:off x="6456947" y="975894"/>
            <a:ext cx="4839368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Speech Recognition(Whisper) Model Integration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7E99F2B5-C86A-7BAD-77E5-B2EFD215879E}"/>
              </a:ext>
            </a:extLst>
          </p:cNvPr>
          <p:cNvSpPr/>
          <p:nvPr/>
        </p:nvSpPr>
        <p:spPr>
          <a:xfrm>
            <a:off x="3680671" y="6593133"/>
            <a:ext cx="6816367" cy="3651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mbria"/>
              </a:rPr>
              <a:t>IT21809224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</a:rPr>
              <a:t>   |   Fernando W. S. N.|   R25-036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694256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-33113"/>
            <a:ext cx="5509291" cy="6891113"/>
            <a:chOff x="0" y="0"/>
            <a:chExt cx="3582567" cy="44811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82567" cy="4481134"/>
            </a:xfrm>
            <a:custGeom>
              <a:avLst/>
              <a:gdLst/>
              <a:ahLst/>
              <a:cxnLst/>
              <a:rect l="l" t="t" r="r" b="b"/>
              <a:pathLst>
                <a:path w="3582567" h="4481134">
                  <a:moveTo>
                    <a:pt x="0" y="0"/>
                  </a:moveTo>
                  <a:lnTo>
                    <a:pt x="3582567" y="0"/>
                  </a:lnTo>
                  <a:lnTo>
                    <a:pt x="3582567" y="4481134"/>
                  </a:lnTo>
                  <a:lnTo>
                    <a:pt x="0" y="4481134"/>
                  </a:lnTo>
                  <a:close/>
                </a:path>
              </a:pathLst>
            </a:custGeom>
            <a:solidFill>
              <a:srgbClr val="EEECDE"/>
            </a:solidFill>
          </p:spPr>
          <p:txBody>
            <a:bodyPr/>
            <a:lstStyle/>
            <a:p>
              <a:endParaRPr lang="en-US" sz="1200"/>
            </a:p>
          </p:txBody>
        </p:sp>
      </p:grpSp>
      <p:pic>
        <p:nvPicPr>
          <p:cNvPr id="6" name="Picture 5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9D27D28B-B503-0228-D62E-4446FFA19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3EE8BD1-ED88-C005-E366-A35400414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7411" y="5721349"/>
            <a:ext cx="1024022" cy="3383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898989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45BD316-3507-39A1-E0C7-3A4D5C9A4A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252"/>
          <a:stretch/>
        </p:blipFill>
        <p:spPr>
          <a:xfrm>
            <a:off x="365419" y="1711159"/>
            <a:ext cx="4783849" cy="4010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5BD19A-2FFB-E02F-6FCE-C97F9C6778A8}"/>
              </a:ext>
            </a:extLst>
          </p:cNvPr>
          <p:cNvSpPr txBox="1"/>
          <p:nvPr/>
        </p:nvSpPr>
        <p:spPr>
          <a:xfrm>
            <a:off x="421105" y="1163052"/>
            <a:ext cx="4839368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TTS Model Integration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Picture 8" descr="A cartoon of a person in an office&#10;&#10;AI-generated content may be incorrect.">
            <a:extLst>
              <a:ext uri="{FF2B5EF4-FFF2-40B4-BE49-F238E27FC236}">
                <a16:creationId xmlns:a16="http://schemas.microsoft.com/office/drawing/2014/main" id="{4291D307-3D39-AF4F-9ED6-A2BC2EDE9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336" y="2134135"/>
            <a:ext cx="5625432" cy="33232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51ABEA-27FE-26A4-82A5-656145E84F7F}"/>
              </a:ext>
            </a:extLst>
          </p:cNvPr>
          <p:cNvSpPr txBox="1"/>
          <p:nvPr/>
        </p:nvSpPr>
        <p:spPr>
          <a:xfrm>
            <a:off x="6095999" y="1390315"/>
            <a:ext cx="4839368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3D Avatar Integration with Frontend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A26853AE-D37E-C05A-43FC-DD94A4E19E4A}"/>
              </a:ext>
            </a:extLst>
          </p:cNvPr>
          <p:cNvSpPr txBox="1"/>
          <p:nvPr/>
        </p:nvSpPr>
        <p:spPr>
          <a:xfrm>
            <a:off x="1622925" y="549738"/>
            <a:ext cx="86868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00" b="1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Evidence of Completion</a:t>
            </a:r>
            <a:endParaRPr lang="en-US" sz="3700" b="1" spc="56">
              <a:solidFill>
                <a:srgbClr val="3B6A7E"/>
              </a:solidFill>
              <a:latin typeface="Montserrat Heavy"/>
              <a:ea typeface="Montserrat Heavy"/>
              <a:cs typeface="Montserrat Heavy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E6B2F6A7-AB6F-3425-EC2C-2603978D096B}"/>
              </a:ext>
            </a:extLst>
          </p:cNvPr>
          <p:cNvSpPr/>
          <p:nvPr/>
        </p:nvSpPr>
        <p:spPr>
          <a:xfrm>
            <a:off x="3887882" y="6593133"/>
            <a:ext cx="6816367" cy="3651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mbria"/>
              </a:rPr>
              <a:t>IT21809224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</a:rPr>
              <a:t>   |   Fernando W. S. N.|   R25-036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00374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7BFBB-4399-4F45-59A5-27ED3874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1E03E11-B3B5-37D7-F624-ED39953717BB}"/>
              </a:ext>
            </a:extLst>
          </p:cNvPr>
          <p:cNvGrpSpPr/>
          <p:nvPr/>
        </p:nvGrpSpPr>
        <p:grpSpPr>
          <a:xfrm>
            <a:off x="-201976" y="3610"/>
            <a:ext cx="5509291" cy="6891113"/>
            <a:chOff x="0" y="0"/>
            <a:chExt cx="3582567" cy="448113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9C53927-D309-C371-B511-2EE6247E1F71}"/>
                </a:ext>
              </a:extLst>
            </p:cNvPr>
            <p:cNvSpPr/>
            <p:nvPr/>
          </p:nvSpPr>
          <p:spPr>
            <a:xfrm>
              <a:off x="0" y="0"/>
              <a:ext cx="3582567" cy="4481134"/>
            </a:xfrm>
            <a:custGeom>
              <a:avLst/>
              <a:gdLst/>
              <a:ahLst/>
              <a:cxnLst/>
              <a:rect l="l" t="t" r="r" b="b"/>
              <a:pathLst>
                <a:path w="3582567" h="4481134">
                  <a:moveTo>
                    <a:pt x="0" y="0"/>
                  </a:moveTo>
                  <a:lnTo>
                    <a:pt x="3582567" y="0"/>
                  </a:lnTo>
                  <a:lnTo>
                    <a:pt x="3582567" y="4481134"/>
                  </a:lnTo>
                  <a:lnTo>
                    <a:pt x="0" y="4481134"/>
                  </a:lnTo>
                  <a:close/>
                </a:path>
              </a:pathLst>
            </a:custGeom>
            <a:solidFill>
              <a:srgbClr val="EEECDE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D6DE7FD5-ABCD-2194-8A48-23287F7E558A}"/>
              </a:ext>
            </a:extLst>
          </p:cNvPr>
          <p:cNvSpPr txBox="1"/>
          <p:nvPr/>
        </p:nvSpPr>
        <p:spPr>
          <a:xfrm>
            <a:off x="1676399" y="88527"/>
            <a:ext cx="86868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00" b="1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Evidence of Completion</a:t>
            </a:r>
            <a:endParaRPr lang="en-US" sz="3700" b="1" spc="56">
              <a:solidFill>
                <a:srgbClr val="3B6A7E"/>
              </a:solidFill>
              <a:latin typeface="Montserrat Heavy"/>
              <a:ea typeface="Montserrat Heavy"/>
              <a:cs typeface="Montserrat Heavy"/>
            </a:endParaRPr>
          </a:p>
        </p:txBody>
      </p:sp>
      <p:pic>
        <p:nvPicPr>
          <p:cNvPr id="9" name="Picture 8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B3407ABA-25AF-962D-F27C-3BBE745B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7ECBC9-3858-91E0-D721-3DAE470EA3E1}"/>
              </a:ext>
            </a:extLst>
          </p:cNvPr>
          <p:cNvSpPr txBox="1"/>
          <p:nvPr/>
        </p:nvSpPr>
        <p:spPr>
          <a:xfrm>
            <a:off x="347014" y="61306"/>
            <a:ext cx="4935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/>
          </a:p>
        </p:txBody>
      </p:sp>
      <p:pic>
        <p:nvPicPr>
          <p:cNvPr id="12" name="Picture 11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0B9BC308-6D36-4422-BE5F-7284D7776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595" y="1121695"/>
            <a:ext cx="6705600" cy="52228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8FA04D-FD97-8633-8996-9EF4D3A9077D}"/>
              </a:ext>
            </a:extLst>
          </p:cNvPr>
          <p:cNvSpPr txBox="1"/>
          <p:nvPr/>
        </p:nvSpPr>
        <p:spPr>
          <a:xfrm>
            <a:off x="989262" y="2707105"/>
            <a:ext cx="3649579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Sentimental Analysis Model Training Progress</a:t>
            </a: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68EA6BB3-EA1D-1D7C-62BF-F79D063D33AB}"/>
              </a:ext>
            </a:extLst>
          </p:cNvPr>
          <p:cNvSpPr/>
          <p:nvPr/>
        </p:nvSpPr>
        <p:spPr>
          <a:xfrm>
            <a:off x="3774250" y="6593133"/>
            <a:ext cx="6816367" cy="3651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mbria"/>
              </a:rPr>
              <a:t>IT21809224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"/>
              </a:rPr>
              <a:t>   |   Fernando W. S. N.|   R25-036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093521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94D43AA7-0244-2FEB-86AC-B5DECE0232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sz="7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A7391A-AD6D-4692-D884-F95C904841C9}"/>
              </a:ext>
            </a:extLst>
          </p:cNvPr>
          <p:cNvSpPr/>
          <p:nvPr/>
        </p:nvSpPr>
        <p:spPr>
          <a:xfrm>
            <a:off x="1784555" y="2286000"/>
            <a:ext cx="8465574" cy="228600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079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BE30B6-01EB-6F72-F152-FC5F4E38932E}"/>
              </a:ext>
            </a:extLst>
          </p:cNvPr>
          <p:cNvSpPr txBox="1"/>
          <p:nvPr/>
        </p:nvSpPr>
        <p:spPr>
          <a:xfrm>
            <a:off x="1612490" y="2507225"/>
            <a:ext cx="89670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70BBD6EA15E94491AE8D0F4A4E9895" ma:contentTypeVersion="17" ma:contentTypeDescription="Create a new document." ma:contentTypeScope="" ma:versionID="83b84aac1e87aec69bd4db090e1f79b9">
  <xsd:schema xmlns:xsd="http://www.w3.org/2001/XMLSchema" xmlns:xs="http://www.w3.org/2001/XMLSchema" xmlns:p="http://schemas.microsoft.com/office/2006/metadata/properties" xmlns:ns3="f80da1b9-f4d9-4514-b23d-300513a523b1" xmlns:ns4="e0e3d82c-99db-4cec-a82e-dba217d9a3f5" targetNamespace="http://schemas.microsoft.com/office/2006/metadata/properties" ma:root="true" ma:fieldsID="1e7c18fd65f5ce174436e4c8786ed783" ns3:_="" ns4:_="">
    <xsd:import namespace="f80da1b9-f4d9-4514-b23d-300513a523b1"/>
    <xsd:import namespace="e0e3d82c-99db-4cec-a82e-dba217d9a3f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da1b9-f4d9-4514-b23d-300513a523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e3d82c-99db-4cec-a82e-dba217d9a3f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f80da1b9-f4d9-4514-b23d-300513a523b1" xsi:nil="true"/>
    <_activity xmlns="f80da1b9-f4d9-4514-b23d-300513a523b1" xsi:nil="true"/>
  </documentManagement>
</p:properties>
</file>

<file path=customXml/itemProps1.xml><?xml version="1.0" encoding="utf-8"?>
<ds:datastoreItem xmlns:ds="http://schemas.openxmlformats.org/officeDocument/2006/customXml" ds:itemID="{A1EE94BC-310E-4C28-9E26-142CED0AEB0F}">
  <ds:schemaRefs>
    <ds:schemaRef ds:uri="e0e3d82c-99db-4cec-a82e-dba217d9a3f5"/>
    <ds:schemaRef ds:uri="f80da1b9-f4d9-4514-b23d-300513a523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C2645A-E767-4D7E-984D-234E531E4556}">
  <ds:schemaRefs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e0e3d82c-99db-4cec-a82e-dba217d9a3f5"/>
    <ds:schemaRef ds:uri="f80da1b9-f4d9-4514-b23d-300513a523b1"/>
  </ds:schemaRefs>
</ds:datastoreItem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{889C8F83-13C4-46AD-997E-1485590F7E9D}tf55661986_win32</Template>
  <TotalTime>0</TotalTime>
  <Words>871</Words>
  <Application>Microsoft Office PowerPoint</Application>
  <PresentationFormat>Widescreen</PresentationFormat>
  <Paragraphs>180</Paragraphs>
  <Slides>39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4" baseType="lpstr">
      <vt:lpstr>Adobe Devanagari</vt:lpstr>
      <vt:lpstr>Aptos</vt:lpstr>
      <vt:lpstr>Arial</vt:lpstr>
      <vt:lpstr>Calibri</vt:lpstr>
      <vt:lpstr>Calibri Light</vt:lpstr>
      <vt:lpstr>Cambria</vt:lpstr>
      <vt:lpstr>Canva Sans 1</vt:lpstr>
      <vt:lpstr>Canva Sans 2 Bold</vt:lpstr>
      <vt:lpstr>Helvetica Neue</vt:lpstr>
      <vt:lpstr>Montserrat Heavy</vt:lpstr>
      <vt:lpstr>Open Sauce SemiBold</vt:lpstr>
      <vt:lpstr>Open Sauce SemiBold Bold</vt:lpstr>
      <vt:lpstr>Proxima Nova</vt:lpstr>
      <vt:lpstr>Wingdings</vt:lpstr>
      <vt:lpstr>Custom</vt:lpstr>
      <vt:lpstr>Generative AI-Based Chatbot for Employee and Customer Support Automation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DIAGRAM</vt:lpstr>
      <vt:lpstr>IT21800900   |   LAKSHAN S.N.</vt:lpstr>
      <vt:lpstr>INTRODUCTION</vt:lpstr>
      <vt:lpstr>MAIN OBJECTIVE</vt:lpstr>
      <vt:lpstr> </vt:lpstr>
      <vt:lpstr>METHODOLOGY</vt:lpstr>
      <vt:lpstr>METHODOLOGY</vt:lpstr>
      <vt:lpstr>METHODOLOGY</vt:lpstr>
      <vt:lpstr>IT21807480 | Gamage U.R</vt:lpstr>
      <vt:lpstr>INTRODUCTION </vt:lpstr>
      <vt:lpstr>Background</vt:lpstr>
      <vt:lpstr>Features of the Knowledge-base component</vt:lpstr>
      <vt:lpstr>PowerPoint Presentation</vt:lpstr>
      <vt:lpstr>System Diagram</vt:lpstr>
      <vt:lpstr>Evidence of completion</vt:lpstr>
      <vt:lpstr>Evaluation of rag using Ragas metric</vt:lpstr>
      <vt:lpstr>IT21315282   |   Kuruppu K.A.V.U</vt:lpstr>
      <vt:lpstr>INTEGRATION WITH FORMS</vt:lpstr>
      <vt:lpstr>PowerPoint Presentation</vt:lpstr>
      <vt:lpstr>PowerPoint Presentation</vt:lpstr>
      <vt:lpstr>PowerPoint Presentation</vt:lpstr>
      <vt:lpstr>PowerPoint Presentation</vt:lpstr>
      <vt:lpstr>IT21809224 | Fernando W. S. N.</vt:lpstr>
      <vt:lpstr>3D avatar With Voice INteraction</vt:lpstr>
      <vt:lpstr>Background</vt:lpstr>
      <vt:lpstr>PowerPoint Presentation</vt:lpstr>
      <vt:lpstr>Features of the  3D avatar With Voice Interaction component</vt:lpstr>
      <vt:lpstr>Methodology &amp; System Diagram</vt:lpstr>
      <vt:lpstr>PowerPoint Presentation</vt:lpstr>
      <vt:lpstr>PowerPoint Presentation</vt:lpstr>
      <vt:lpstr>PowerPoint Presentation</vt:lpstr>
      <vt:lpstr>demonstration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Kuruppu K.A.V.U it21315282</dc:creator>
  <cp:lastModifiedBy>Kuruppu K.A.V.U it21315282</cp:lastModifiedBy>
  <cp:revision>1</cp:revision>
  <dcterms:created xsi:type="dcterms:W3CDTF">2025-04-01T14:44:16Z</dcterms:created>
  <dcterms:modified xsi:type="dcterms:W3CDTF">2025-10-30T14:38:25Z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0x0101001470BBD6EA15E94491AE8D0F4A4E9895</vt:lpwstr>
  </property>
  <property fmtid="{D5CDD505-2E9C-101B-9397-08002B2CF9AE}" pid="3" name="MediaServiceImageTags">
    <vt:lpwstr/>
  </property>
</Properties>
</file>